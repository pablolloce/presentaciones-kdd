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4" r:id="rId1"/>
    <p:sldMasterId id="2147483685" r:id="rId2"/>
  </p:sldMasterIdLst>
  <p:notesMasterIdLst>
    <p:notesMasterId r:id="rId13"/>
  </p:notesMasterIdLst>
  <p:handoutMasterIdLst>
    <p:handoutMasterId r:id="rId14"/>
  </p:handoutMasterIdLst>
  <p:sldIdLst>
    <p:sldId id="256" r:id="rId3"/>
    <p:sldId id="257" r:id="rId4"/>
    <p:sldId id="258" r:id="rId5"/>
    <p:sldId id="259" r:id="rId6"/>
    <p:sldId id="260" r:id="rId7"/>
    <p:sldId id="261" r:id="rId8"/>
    <p:sldId id="262" r:id="rId9"/>
    <p:sldId id="263" r:id="rId10"/>
    <p:sldId id="264" r:id="rId11"/>
    <p:sldId id="265" r:id="rId12"/>
  </p:sldIdLst>
  <p:sldSz cx="9144000" cy="5143500" type="screen16x9"/>
  <p:notesSz cx="6858000" cy="9144000"/>
  <p:embeddedFontLst>
    <p:embeddedFont>
      <p:font typeface="Instrument Sans"/>
      <p:regular r:id="rId15"/>
      <p:bold r:id="rId16"/>
      <p:italic r:id="rId17"/>
      <p:boldItalic r:id="rId18"/>
    </p:embeddedFont>
    <p:embeddedFont>
      <p:font typeface="Sora"/>
      <p:regular r:id="rId19"/>
      <p:bold r:id="rId20"/>
    </p:embeddedFont>
    <p:embeddedFont>
      <p:font typeface="Sora SemiBold" pitchFamily="2" charset="0"/>
      <p:regular r:id="rId21"/>
      <p:bold r:id="rId22"/>
    </p:embeddedFont>
    <p:embeddedFont>
      <p:font typeface="Ubuntu Light" panose="020B030403060203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1.xml"/><Relationship Id="rId21" Type="http://schemas.openxmlformats.org/officeDocument/2006/relationships/font" Target="fonts/font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0.fntdata"/><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ECCA0329-4205-7678-2654-3F0DA242C4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4B92A0F2-CD87-0F53-6FDD-F4550498A2B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61E6E6-0A81-7042-A96B-563A6905729C}" type="datetimeFigureOut">
              <a:rPr lang="es-ES" smtClean="0"/>
              <a:t>23/3/26</a:t>
            </a:fld>
            <a:endParaRPr lang="es-ES"/>
          </a:p>
        </p:txBody>
      </p:sp>
      <p:sp>
        <p:nvSpPr>
          <p:cNvPr id="4" name="Marcador de pie de página 3">
            <a:extLst>
              <a:ext uri="{FF2B5EF4-FFF2-40B4-BE49-F238E27FC236}">
                <a16:creationId xmlns:a16="http://schemas.microsoft.com/office/drawing/2014/main" id="{6AE2ED27-9F43-C7C1-2E96-2879FD159D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ED62C5ED-CD2E-1C5C-B589-C2A2B59159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955645-A50F-7B43-99C6-FCFA13FEEAA9}" type="slidenum">
              <a:rPr lang="es-ES" smtClean="0"/>
              <a:t>‹Nº›</a:t>
            </a:fld>
            <a:endParaRPr lang="es-ES"/>
          </a:p>
        </p:txBody>
      </p:sp>
    </p:spTree>
    <p:extLst>
      <p:ext uri="{BB962C8B-B14F-4D97-AF65-F5344CB8AC3E}">
        <p14:creationId xmlns:p14="http://schemas.microsoft.com/office/powerpoint/2010/main" val="28280302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739baded20_0_49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3739baded20_0_4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739baded20_0_49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3739baded20_0_49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d1b983ace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3d1b983ace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3739baded20_0_50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3739baded20_0_50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739baded20_0_5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3739baded20_0_5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739baded20_0_5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3739baded20_0_5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3739baded20_0_50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3739baded20_0_50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739baded20_0_5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3739baded20_0_5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g3739baded20_0_5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8" name="Google Shape;588;g3739baded20_0_5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3739baded20_0_5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3739baded20_0_5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Portada Azul - Light">
  <p:cSld name="SECTION_HEADER_5_1">
    <p:bg>
      <p:bgPr>
        <a:blipFill>
          <a:blip r:embed="rId2">
            <a:alphaModFix/>
          </a:blip>
          <a:stretch>
            <a:fillRect/>
          </a:stretch>
        </a:blipFill>
        <a:effectLst/>
      </p:bgPr>
    </p:bg>
    <p:spTree>
      <p:nvGrpSpPr>
        <p:cNvPr id="1" name="Shape 19"/>
        <p:cNvGrpSpPr/>
        <p:nvPr/>
      </p:nvGrpSpPr>
      <p:grpSpPr>
        <a:xfrm>
          <a:off x="0" y="0"/>
          <a:ext cx="0" cy="0"/>
          <a:chOff x="0" y="0"/>
          <a:chExt cx="0" cy="0"/>
        </a:xfrm>
      </p:grpSpPr>
      <p:pic>
        <p:nvPicPr>
          <p:cNvPr id="20" name="Google Shape;20;p4" title="Cover Blue - Light.png"/>
          <p:cNvPicPr preferRelativeResize="0"/>
          <p:nvPr/>
        </p:nvPicPr>
        <p:blipFill rotWithShape="1">
          <a:blip r:embed="rId3">
            <a:alphaModFix/>
          </a:blip>
          <a:srcRect/>
          <a:stretch/>
        </p:blipFill>
        <p:spPr>
          <a:xfrm>
            <a:off x="0" y="0"/>
            <a:ext cx="9144003" cy="5143490"/>
          </a:xfrm>
          <a:prstGeom prst="rect">
            <a:avLst/>
          </a:prstGeom>
          <a:noFill/>
          <a:ln>
            <a:noFill/>
          </a:ln>
        </p:spPr>
      </p:pic>
      <p:sp>
        <p:nvSpPr>
          <p:cNvPr id="21" name="Google Shape;21;p4"/>
          <p:cNvSpPr txBox="1">
            <a:spLocks noGrp="1"/>
          </p:cNvSpPr>
          <p:nvPr>
            <p:ph type="title"/>
          </p:nvPr>
        </p:nvSpPr>
        <p:spPr>
          <a:xfrm>
            <a:off x="1456825" y="3058925"/>
            <a:ext cx="6014400" cy="1349700"/>
          </a:xfrm>
          <a:prstGeom prst="rect">
            <a:avLst/>
          </a:prstGeom>
        </p:spPr>
        <p:txBody>
          <a:bodyPr spcFirstLastPara="1" wrap="square" lIns="0" tIns="0" rIns="0" bIns="0" anchor="t" anchorCtr="0">
            <a:spAutoFit/>
          </a:bodyPr>
          <a:lstStyle>
            <a:lvl1pPr lvl="0" algn="r">
              <a:lnSpc>
                <a:spcPct val="80000"/>
              </a:lnSpc>
              <a:spcBef>
                <a:spcPts val="0"/>
              </a:spcBef>
              <a:spcAft>
                <a:spcPts val="0"/>
              </a:spcAft>
              <a:buClr>
                <a:srgbClr val="FFFFFF"/>
              </a:buClr>
              <a:buSzPts val="4800"/>
              <a:buFont typeface="Instrument Sans"/>
              <a:buNone/>
              <a:defRPr sz="4800" b="0">
                <a:solidFill>
                  <a:srgbClr val="FFFFFF"/>
                </a:solidFill>
                <a:latin typeface="Instrument Sans"/>
                <a:ea typeface="Instrument Sans"/>
                <a:cs typeface="Instrument Sans"/>
                <a:sym typeface="Instrument Sans"/>
              </a:defRPr>
            </a:lvl1pPr>
            <a:lvl2pPr lvl="1" algn="r">
              <a:lnSpc>
                <a:spcPct val="75000"/>
              </a:lnSpc>
              <a:spcBef>
                <a:spcPts val="0"/>
              </a:spcBef>
              <a:spcAft>
                <a:spcPts val="0"/>
              </a:spcAft>
              <a:buClr>
                <a:srgbClr val="FFFFFF"/>
              </a:buClr>
              <a:buSzPts val="4800"/>
              <a:buNone/>
              <a:defRPr sz="4800">
                <a:solidFill>
                  <a:srgbClr val="FFFFFF"/>
                </a:solidFill>
              </a:defRPr>
            </a:lvl2pPr>
            <a:lvl3pPr lvl="2" algn="r">
              <a:lnSpc>
                <a:spcPct val="75000"/>
              </a:lnSpc>
              <a:spcBef>
                <a:spcPts val="0"/>
              </a:spcBef>
              <a:spcAft>
                <a:spcPts val="0"/>
              </a:spcAft>
              <a:buClr>
                <a:srgbClr val="FFFFFF"/>
              </a:buClr>
              <a:buSzPts val="4800"/>
              <a:buNone/>
              <a:defRPr sz="4800">
                <a:solidFill>
                  <a:srgbClr val="FFFFFF"/>
                </a:solidFill>
              </a:defRPr>
            </a:lvl3pPr>
            <a:lvl4pPr lvl="3" algn="r">
              <a:lnSpc>
                <a:spcPct val="75000"/>
              </a:lnSpc>
              <a:spcBef>
                <a:spcPts val="0"/>
              </a:spcBef>
              <a:spcAft>
                <a:spcPts val="0"/>
              </a:spcAft>
              <a:buClr>
                <a:srgbClr val="FFFFFF"/>
              </a:buClr>
              <a:buSzPts val="4800"/>
              <a:buNone/>
              <a:defRPr sz="4800">
                <a:solidFill>
                  <a:srgbClr val="FFFFFF"/>
                </a:solidFill>
              </a:defRPr>
            </a:lvl4pPr>
            <a:lvl5pPr lvl="4" algn="r">
              <a:lnSpc>
                <a:spcPct val="75000"/>
              </a:lnSpc>
              <a:spcBef>
                <a:spcPts val="0"/>
              </a:spcBef>
              <a:spcAft>
                <a:spcPts val="0"/>
              </a:spcAft>
              <a:buClr>
                <a:srgbClr val="FFFFFF"/>
              </a:buClr>
              <a:buSzPts val="4800"/>
              <a:buNone/>
              <a:defRPr sz="4800">
                <a:solidFill>
                  <a:srgbClr val="FFFFFF"/>
                </a:solidFill>
              </a:defRPr>
            </a:lvl5pPr>
            <a:lvl6pPr lvl="5" algn="r">
              <a:lnSpc>
                <a:spcPct val="75000"/>
              </a:lnSpc>
              <a:spcBef>
                <a:spcPts val="0"/>
              </a:spcBef>
              <a:spcAft>
                <a:spcPts val="0"/>
              </a:spcAft>
              <a:buClr>
                <a:srgbClr val="FFFFFF"/>
              </a:buClr>
              <a:buSzPts val="4800"/>
              <a:buNone/>
              <a:defRPr sz="4800">
                <a:solidFill>
                  <a:srgbClr val="FFFFFF"/>
                </a:solidFill>
              </a:defRPr>
            </a:lvl6pPr>
            <a:lvl7pPr lvl="6" algn="r">
              <a:lnSpc>
                <a:spcPct val="75000"/>
              </a:lnSpc>
              <a:spcBef>
                <a:spcPts val="0"/>
              </a:spcBef>
              <a:spcAft>
                <a:spcPts val="0"/>
              </a:spcAft>
              <a:buClr>
                <a:srgbClr val="FFFFFF"/>
              </a:buClr>
              <a:buSzPts val="4800"/>
              <a:buNone/>
              <a:defRPr sz="4800">
                <a:solidFill>
                  <a:srgbClr val="FFFFFF"/>
                </a:solidFill>
              </a:defRPr>
            </a:lvl7pPr>
            <a:lvl8pPr lvl="7" algn="r">
              <a:lnSpc>
                <a:spcPct val="75000"/>
              </a:lnSpc>
              <a:spcBef>
                <a:spcPts val="0"/>
              </a:spcBef>
              <a:spcAft>
                <a:spcPts val="0"/>
              </a:spcAft>
              <a:buClr>
                <a:srgbClr val="FFFFFF"/>
              </a:buClr>
              <a:buSzPts val="4800"/>
              <a:buNone/>
              <a:defRPr sz="4800">
                <a:solidFill>
                  <a:srgbClr val="FFFFFF"/>
                </a:solidFill>
              </a:defRPr>
            </a:lvl8pPr>
            <a:lvl9pPr lvl="8" algn="r">
              <a:lnSpc>
                <a:spcPct val="75000"/>
              </a:lnSpc>
              <a:spcBef>
                <a:spcPts val="0"/>
              </a:spcBef>
              <a:spcAft>
                <a:spcPts val="0"/>
              </a:spcAft>
              <a:buClr>
                <a:srgbClr val="FFFFFF"/>
              </a:buClr>
              <a:buSzPts val="4800"/>
              <a:buNone/>
              <a:defRPr sz="4800">
                <a:solidFill>
                  <a:srgbClr val="FFFFFF"/>
                </a:solidFill>
              </a:defRPr>
            </a:lvl9pPr>
          </a:lstStyle>
          <a:p>
            <a:endParaRPr/>
          </a:p>
        </p:txBody>
      </p:sp>
      <p:sp>
        <p:nvSpPr>
          <p:cNvPr id="22" name="Google Shape;22;p4"/>
          <p:cNvSpPr txBox="1">
            <a:spLocks noGrp="1"/>
          </p:cNvSpPr>
          <p:nvPr>
            <p:ph type="title" idx="2"/>
          </p:nvPr>
        </p:nvSpPr>
        <p:spPr>
          <a:xfrm>
            <a:off x="1456825" y="2725400"/>
            <a:ext cx="6014400" cy="259500"/>
          </a:xfrm>
          <a:prstGeom prst="rect">
            <a:avLst/>
          </a:prstGeom>
        </p:spPr>
        <p:txBody>
          <a:bodyPr spcFirstLastPara="1" wrap="square" lIns="0" tIns="0" rIns="0" bIns="0" anchor="ctr" anchorCtr="0">
            <a:noAutofit/>
          </a:bodyPr>
          <a:lstStyle>
            <a:lvl1pPr lvl="0" algn="r">
              <a:spcBef>
                <a:spcPts val="0"/>
              </a:spcBef>
              <a:spcAft>
                <a:spcPts val="0"/>
              </a:spcAft>
              <a:buClr>
                <a:schemeClr val="lt1"/>
              </a:buClr>
              <a:buSzPts val="2000"/>
              <a:buFont typeface="Sora Medium"/>
              <a:buNone/>
              <a:defRPr sz="2000" b="0">
                <a:solidFill>
                  <a:schemeClr val="lt1"/>
                </a:solidFill>
                <a:latin typeface="Sora Medium"/>
                <a:ea typeface="Sora Medium"/>
                <a:cs typeface="Sora Medium"/>
                <a:sym typeface="Sora Medium"/>
              </a:defRPr>
            </a:lvl1pPr>
            <a:lvl2pPr lvl="1" algn="r">
              <a:spcBef>
                <a:spcPts val="0"/>
              </a:spcBef>
              <a:spcAft>
                <a:spcPts val="0"/>
              </a:spcAft>
              <a:buClr>
                <a:srgbClr val="00F6FE"/>
              </a:buClr>
              <a:buSzPts val="7200"/>
              <a:buNone/>
              <a:defRPr sz="7200" b="0">
                <a:solidFill>
                  <a:srgbClr val="00F6FE"/>
                </a:solidFill>
              </a:defRPr>
            </a:lvl2pPr>
            <a:lvl3pPr lvl="2" algn="r">
              <a:spcBef>
                <a:spcPts val="0"/>
              </a:spcBef>
              <a:spcAft>
                <a:spcPts val="0"/>
              </a:spcAft>
              <a:buClr>
                <a:srgbClr val="00F6FE"/>
              </a:buClr>
              <a:buSzPts val="7200"/>
              <a:buNone/>
              <a:defRPr sz="7200" b="0">
                <a:solidFill>
                  <a:srgbClr val="00F6FE"/>
                </a:solidFill>
              </a:defRPr>
            </a:lvl3pPr>
            <a:lvl4pPr lvl="3" algn="r">
              <a:spcBef>
                <a:spcPts val="0"/>
              </a:spcBef>
              <a:spcAft>
                <a:spcPts val="0"/>
              </a:spcAft>
              <a:buClr>
                <a:srgbClr val="00F6FE"/>
              </a:buClr>
              <a:buSzPts val="7200"/>
              <a:buNone/>
              <a:defRPr sz="7200" b="0">
                <a:solidFill>
                  <a:srgbClr val="00F6FE"/>
                </a:solidFill>
              </a:defRPr>
            </a:lvl4pPr>
            <a:lvl5pPr lvl="4" algn="r">
              <a:spcBef>
                <a:spcPts val="0"/>
              </a:spcBef>
              <a:spcAft>
                <a:spcPts val="0"/>
              </a:spcAft>
              <a:buClr>
                <a:srgbClr val="00F6FE"/>
              </a:buClr>
              <a:buSzPts val="7200"/>
              <a:buNone/>
              <a:defRPr sz="7200" b="0">
                <a:solidFill>
                  <a:srgbClr val="00F6FE"/>
                </a:solidFill>
              </a:defRPr>
            </a:lvl5pPr>
            <a:lvl6pPr lvl="5" algn="r">
              <a:spcBef>
                <a:spcPts val="0"/>
              </a:spcBef>
              <a:spcAft>
                <a:spcPts val="0"/>
              </a:spcAft>
              <a:buClr>
                <a:srgbClr val="00F6FE"/>
              </a:buClr>
              <a:buSzPts val="7200"/>
              <a:buNone/>
              <a:defRPr sz="7200" b="0">
                <a:solidFill>
                  <a:srgbClr val="00F6FE"/>
                </a:solidFill>
              </a:defRPr>
            </a:lvl6pPr>
            <a:lvl7pPr lvl="6" algn="r">
              <a:spcBef>
                <a:spcPts val="0"/>
              </a:spcBef>
              <a:spcAft>
                <a:spcPts val="0"/>
              </a:spcAft>
              <a:buClr>
                <a:srgbClr val="00F6FE"/>
              </a:buClr>
              <a:buSzPts val="7200"/>
              <a:buNone/>
              <a:defRPr sz="7200" b="0">
                <a:solidFill>
                  <a:srgbClr val="00F6FE"/>
                </a:solidFill>
              </a:defRPr>
            </a:lvl7pPr>
            <a:lvl8pPr lvl="7" algn="r">
              <a:spcBef>
                <a:spcPts val="0"/>
              </a:spcBef>
              <a:spcAft>
                <a:spcPts val="0"/>
              </a:spcAft>
              <a:buClr>
                <a:srgbClr val="00F6FE"/>
              </a:buClr>
              <a:buSzPts val="7200"/>
              <a:buNone/>
              <a:defRPr sz="7200" b="0">
                <a:solidFill>
                  <a:srgbClr val="00F6FE"/>
                </a:solidFill>
              </a:defRPr>
            </a:lvl8pPr>
            <a:lvl9pPr lvl="8" algn="r">
              <a:spcBef>
                <a:spcPts val="0"/>
              </a:spcBef>
              <a:spcAft>
                <a:spcPts val="0"/>
              </a:spcAft>
              <a:buClr>
                <a:srgbClr val="00F6FE"/>
              </a:buClr>
              <a:buSzPts val="7200"/>
              <a:buNone/>
              <a:defRPr sz="7200" b="0">
                <a:solidFill>
                  <a:srgbClr val="00F6FE"/>
                </a:solidFill>
              </a:defRPr>
            </a:lvl9pPr>
          </a:lstStyle>
          <a:p>
            <a:endParaRPr/>
          </a:p>
        </p:txBody>
      </p:sp>
      <p:pic>
        <p:nvPicPr>
          <p:cNvPr id="23" name="Google Shape;23;p4" title="Nfq - Black - Claim.png"/>
          <p:cNvPicPr preferRelativeResize="0"/>
          <p:nvPr/>
        </p:nvPicPr>
        <p:blipFill>
          <a:blip r:embed="rId4">
            <a:alphaModFix/>
          </a:blip>
          <a:stretch>
            <a:fillRect/>
          </a:stretch>
        </p:blipFill>
        <p:spPr>
          <a:xfrm>
            <a:off x="5756075" y="107425"/>
            <a:ext cx="1626274" cy="865150"/>
          </a:xfrm>
          <a:prstGeom prst="rect">
            <a:avLst/>
          </a:prstGeom>
          <a:noFill/>
          <a:ln>
            <a:noFill/>
          </a:ln>
        </p:spPr>
      </p:pic>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parator - Blue">
  <p:cSld name="SECTION_HEADER_2_1_1_1_2_2_3_1_1_1_1">
    <p:bg>
      <p:bgPr>
        <a:solidFill>
          <a:schemeClr val="lt1"/>
        </a:solidFill>
        <a:effectLst/>
      </p:bgPr>
    </p:bg>
    <p:spTree>
      <p:nvGrpSpPr>
        <p:cNvPr id="1" name="Shape 63"/>
        <p:cNvGrpSpPr/>
        <p:nvPr/>
      </p:nvGrpSpPr>
      <p:grpSpPr>
        <a:xfrm>
          <a:off x="0" y="0"/>
          <a:ext cx="0" cy="0"/>
          <a:chOff x="0" y="0"/>
          <a:chExt cx="0" cy="0"/>
        </a:xfrm>
      </p:grpSpPr>
      <p:pic>
        <p:nvPicPr>
          <p:cNvPr id="64" name="Google Shape;64;p12" title="Section Cover Blue.png"/>
          <p:cNvPicPr preferRelativeResize="0"/>
          <p:nvPr/>
        </p:nvPicPr>
        <p:blipFill rotWithShape="1">
          <a:blip r:embed="rId2">
            <a:alphaModFix/>
          </a:blip>
          <a:srcRect/>
          <a:stretch/>
        </p:blipFill>
        <p:spPr>
          <a:xfrm>
            <a:off x="0" y="0"/>
            <a:ext cx="9144003" cy="5143501"/>
          </a:xfrm>
          <a:prstGeom prst="rect">
            <a:avLst/>
          </a:prstGeom>
          <a:noFill/>
          <a:ln>
            <a:noFill/>
          </a:ln>
        </p:spPr>
      </p:pic>
      <p:sp>
        <p:nvSpPr>
          <p:cNvPr id="65" name="Google Shape;65;p12"/>
          <p:cNvSpPr txBox="1">
            <a:spLocks noGrp="1"/>
          </p:cNvSpPr>
          <p:nvPr>
            <p:ph type="title"/>
          </p:nvPr>
        </p:nvSpPr>
        <p:spPr>
          <a:xfrm>
            <a:off x="2757000" y="3563200"/>
            <a:ext cx="6048000" cy="1014600"/>
          </a:xfrm>
          <a:prstGeom prst="rect">
            <a:avLst/>
          </a:prstGeom>
        </p:spPr>
        <p:txBody>
          <a:bodyPr spcFirstLastPara="1" wrap="square" lIns="0" tIns="0" rIns="0" bIns="0" anchor="b" anchorCtr="0">
            <a:noAutofit/>
          </a:bodyPr>
          <a:lstStyle>
            <a:lvl1pPr lvl="0" algn="r">
              <a:lnSpc>
                <a:spcPct val="100000"/>
              </a:lnSpc>
              <a:spcBef>
                <a:spcPts val="0"/>
              </a:spcBef>
              <a:spcAft>
                <a:spcPts val="0"/>
              </a:spcAft>
              <a:buClr>
                <a:srgbClr val="FFFFFF"/>
              </a:buClr>
              <a:buSzPts val="10000"/>
              <a:buNone/>
              <a:defRPr sz="10000">
                <a:solidFill>
                  <a:srgbClr val="FFFFFF"/>
                </a:solidFill>
              </a:defRPr>
            </a:lvl1pPr>
            <a:lvl2pPr lvl="1" algn="r">
              <a:lnSpc>
                <a:spcPct val="115000"/>
              </a:lnSpc>
              <a:spcBef>
                <a:spcPts val="0"/>
              </a:spcBef>
              <a:spcAft>
                <a:spcPts val="0"/>
              </a:spcAft>
              <a:buClr>
                <a:srgbClr val="FFFFFF"/>
              </a:buClr>
              <a:buSzPts val="10000"/>
              <a:buNone/>
              <a:defRPr sz="10000">
                <a:solidFill>
                  <a:srgbClr val="FFFFFF"/>
                </a:solidFill>
                <a:highlight>
                  <a:srgbClr val="0025F5"/>
                </a:highlight>
              </a:defRPr>
            </a:lvl2pPr>
            <a:lvl3pPr lvl="2" algn="r">
              <a:lnSpc>
                <a:spcPct val="115000"/>
              </a:lnSpc>
              <a:spcBef>
                <a:spcPts val="0"/>
              </a:spcBef>
              <a:spcAft>
                <a:spcPts val="0"/>
              </a:spcAft>
              <a:buClr>
                <a:srgbClr val="FFFFFF"/>
              </a:buClr>
              <a:buSzPts val="10000"/>
              <a:buNone/>
              <a:defRPr sz="10000">
                <a:solidFill>
                  <a:srgbClr val="FFFFFF"/>
                </a:solidFill>
                <a:highlight>
                  <a:srgbClr val="0025F5"/>
                </a:highlight>
              </a:defRPr>
            </a:lvl3pPr>
            <a:lvl4pPr lvl="3" algn="r">
              <a:lnSpc>
                <a:spcPct val="115000"/>
              </a:lnSpc>
              <a:spcBef>
                <a:spcPts val="0"/>
              </a:spcBef>
              <a:spcAft>
                <a:spcPts val="0"/>
              </a:spcAft>
              <a:buClr>
                <a:srgbClr val="FFFFFF"/>
              </a:buClr>
              <a:buSzPts val="10000"/>
              <a:buNone/>
              <a:defRPr sz="10000">
                <a:solidFill>
                  <a:srgbClr val="FFFFFF"/>
                </a:solidFill>
                <a:highlight>
                  <a:srgbClr val="0025F5"/>
                </a:highlight>
              </a:defRPr>
            </a:lvl4pPr>
            <a:lvl5pPr lvl="4" algn="r">
              <a:lnSpc>
                <a:spcPct val="115000"/>
              </a:lnSpc>
              <a:spcBef>
                <a:spcPts val="0"/>
              </a:spcBef>
              <a:spcAft>
                <a:spcPts val="0"/>
              </a:spcAft>
              <a:buClr>
                <a:srgbClr val="FFFFFF"/>
              </a:buClr>
              <a:buSzPts val="10000"/>
              <a:buNone/>
              <a:defRPr sz="10000">
                <a:solidFill>
                  <a:srgbClr val="FFFFFF"/>
                </a:solidFill>
                <a:highlight>
                  <a:srgbClr val="0025F5"/>
                </a:highlight>
              </a:defRPr>
            </a:lvl5pPr>
            <a:lvl6pPr lvl="5" algn="r">
              <a:lnSpc>
                <a:spcPct val="115000"/>
              </a:lnSpc>
              <a:spcBef>
                <a:spcPts val="0"/>
              </a:spcBef>
              <a:spcAft>
                <a:spcPts val="0"/>
              </a:spcAft>
              <a:buClr>
                <a:srgbClr val="FFFFFF"/>
              </a:buClr>
              <a:buSzPts val="10000"/>
              <a:buNone/>
              <a:defRPr sz="10000">
                <a:solidFill>
                  <a:srgbClr val="FFFFFF"/>
                </a:solidFill>
                <a:highlight>
                  <a:srgbClr val="0025F5"/>
                </a:highlight>
              </a:defRPr>
            </a:lvl6pPr>
            <a:lvl7pPr lvl="6" algn="r">
              <a:lnSpc>
                <a:spcPct val="115000"/>
              </a:lnSpc>
              <a:spcBef>
                <a:spcPts val="0"/>
              </a:spcBef>
              <a:spcAft>
                <a:spcPts val="0"/>
              </a:spcAft>
              <a:buClr>
                <a:srgbClr val="FFFFFF"/>
              </a:buClr>
              <a:buSzPts val="10000"/>
              <a:buNone/>
              <a:defRPr sz="10000">
                <a:solidFill>
                  <a:srgbClr val="FFFFFF"/>
                </a:solidFill>
                <a:highlight>
                  <a:srgbClr val="0025F5"/>
                </a:highlight>
              </a:defRPr>
            </a:lvl7pPr>
            <a:lvl8pPr lvl="7" algn="r">
              <a:lnSpc>
                <a:spcPct val="115000"/>
              </a:lnSpc>
              <a:spcBef>
                <a:spcPts val="0"/>
              </a:spcBef>
              <a:spcAft>
                <a:spcPts val="0"/>
              </a:spcAft>
              <a:buClr>
                <a:srgbClr val="FFFFFF"/>
              </a:buClr>
              <a:buSzPts val="10000"/>
              <a:buNone/>
              <a:defRPr sz="10000">
                <a:solidFill>
                  <a:srgbClr val="FFFFFF"/>
                </a:solidFill>
                <a:highlight>
                  <a:srgbClr val="0025F5"/>
                </a:highlight>
              </a:defRPr>
            </a:lvl8pPr>
            <a:lvl9pPr lvl="8" algn="r">
              <a:lnSpc>
                <a:spcPct val="115000"/>
              </a:lnSpc>
              <a:spcBef>
                <a:spcPts val="0"/>
              </a:spcBef>
              <a:spcAft>
                <a:spcPts val="0"/>
              </a:spcAft>
              <a:buClr>
                <a:srgbClr val="FFFFFF"/>
              </a:buClr>
              <a:buSzPts val="10000"/>
              <a:buNone/>
              <a:defRPr sz="10000">
                <a:solidFill>
                  <a:srgbClr val="FFFFFF"/>
                </a:solidFill>
                <a:highlight>
                  <a:srgbClr val="0025F5"/>
                </a:highlight>
              </a:defRPr>
            </a:lvl9pPr>
          </a:lstStyle>
          <a:p>
            <a:endParaRPr/>
          </a:p>
        </p:txBody>
      </p:sp>
      <p:sp>
        <p:nvSpPr>
          <p:cNvPr id="66" name="Google Shape;66;p12"/>
          <p:cNvSpPr txBox="1">
            <a:spLocks noGrp="1"/>
          </p:cNvSpPr>
          <p:nvPr>
            <p:ph type="title" idx="2"/>
          </p:nvPr>
        </p:nvSpPr>
        <p:spPr>
          <a:xfrm>
            <a:off x="313825" y="1263700"/>
            <a:ext cx="4519500" cy="3130500"/>
          </a:xfrm>
          <a:prstGeom prst="rect">
            <a:avLst/>
          </a:prstGeom>
        </p:spPr>
        <p:txBody>
          <a:bodyPr spcFirstLastPara="1" wrap="square" lIns="0" tIns="0" rIns="0" bIns="0" anchor="b" anchorCtr="0">
            <a:noAutofit/>
          </a:bodyPr>
          <a:lstStyle>
            <a:lvl1pPr lvl="0">
              <a:lnSpc>
                <a:spcPct val="80000"/>
              </a:lnSpc>
              <a:spcBef>
                <a:spcPts val="0"/>
              </a:spcBef>
              <a:spcAft>
                <a:spcPts val="0"/>
              </a:spcAft>
              <a:buClr>
                <a:srgbClr val="FFFFFF"/>
              </a:buClr>
              <a:buSzPts val="4800"/>
              <a:buFont typeface="Instrument Sans"/>
              <a:buNone/>
              <a:defRPr sz="4800" b="0">
                <a:solidFill>
                  <a:srgbClr val="FFFFFF"/>
                </a:solidFill>
                <a:latin typeface="Instrument Sans"/>
                <a:ea typeface="Instrument Sans"/>
                <a:cs typeface="Instrument Sans"/>
                <a:sym typeface="Instrument Sans"/>
              </a:defRPr>
            </a:lvl1pPr>
            <a:lvl2pPr lvl="1">
              <a:lnSpc>
                <a:spcPct val="75000"/>
              </a:lnSpc>
              <a:spcBef>
                <a:spcPts val="0"/>
              </a:spcBef>
              <a:spcAft>
                <a:spcPts val="0"/>
              </a:spcAft>
              <a:buClr>
                <a:srgbClr val="FFFFFF"/>
              </a:buClr>
              <a:buSzPts val="4800"/>
              <a:buNone/>
              <a:defRPr sz="4800">
                <a:solidFill>
                  <a:srgbClr val="FFFFFF"/>
                </a:solidFill>
              </a:defRPr>
            </a:lvl2pPr>
            <a:lvl3pPr lvl="2">
              <a:lnSpc>
                <a:spcPct val="75000"/>
              </a:lnSpc>
              <a:spcBef>
                <a:spcPts val="0"/>
              </a:spcBef>
              <a:spcAft>
                <a:spcPts val="0"/>
              </a:spcAft>
              <a:buClr>
                <a:srgbClr val="FFFFFF"/>
              </a:buClr>
              <a:buSzPts val="4800"/>
              <a:buNone/>
              <a:defRPr sz="4800">
                <a:solidFill>
                  <a:srgbClr val="FFFFFF"/>
                </a:solidFill>
              </a:defRPr>
            </a:lvl3pPr>
            <a:lvl4pPr lvl="3">
              <a:lnSpc>
                <a:spcPct val="75000"/>
              </a:lnSpc>
              <a:spcBef>
                <a:spcPts val="0"/>
              </a:spcBef>
              <a:spcAft>
                <a:spcPts val="0"/>
              </a:spcAft>
              <a:buClr>
                <a:srgbClr val="FFFFFF"/>
              </a:buClr>
              <a:buSzPts val="4800"/>
              <a:buNone/>
              <a:defRPr sz="4800">
                <a:solidFill>
                  <a:srgbClr val="FFFFFF"/>
                </a:solidFill>
              </a:defRPr>
            </a:lvl4pPr>
            <a:lvl5pPr lvl="4">
              <a:lnSpc>
                <a:spcPct val="75000"/>
              </a:lnSpc>
              <a:spcBef>
                <a:spcPts val="0"/>
              </a:spcBef>
              <a:spcAft>
                <a:spcPts val="0"/>
              </a:spcAft>
              <a:buClr>
                <a:srgbClr val="FFFFFF"/>
              </a:buClr>
              <a:buSzPts val="4800"/>
              <a:buNone/>
              <a:defRPr sz="4800">
                <a:solidFill>
                  <a:srgbClr val="FFFFFF"/>
                </a:solidFill>
              </a:defRPr>
            </a:lvl5pPr>
            <a:lvl6pPr lvl="5">
              <a:lnSpc>
                <a:spcPct val="75000"/>
              </a:lnSpc>
              <a:spcBef>
                <a:spcPts val="0"/>
              </a:spcBef>
              <a:spcAft>
                <a:spcPts val="0"/>
              </a:spcAft>
              <a:buClr>
                <a:srgbClr val="FFFFFF"/>
              </a:buClr>
              <a:buSzPts val="4800"/>
              <a:buNone/>
              <a:defRPr sz="4800">
                <a:solidFill>
                  <a:srgbClr val="FFFFFF"/>
                </a:solidFill>
              </a:defRPr>
            </a:lvl6pPr>
            <a:lvl7pPr lvl="6">
              <a:lnSpc>
                <a:spcPct val="75000"/>
              </a:lnSpc>
              <a:spcBef>
                <a:spcPts val="0"/>
              </a:spcBef>
              <a:spcAft>
                <a:spcPts val="0"/>
              </a:spcAft>
              <a:buClr>
                <a:srgbClr val="FFFFFF"/>
              </a:buClr>
              <a:buSzPts val="4800"/>
              <a:buNone/>
              <a:defRPr sz="4800">
                <a:solidFill>
                  <a:srgbClr val="FFFFFF"/>
                </a:solidFill>
              </a:defRPr>
            </a:lvl7pPr>
            <a:lvl8pPr lvl="7">
              <a:lnSpc>
                <a:spcPct val="75000"/>
              </a:lnSpc>
              <a:spcBef>
                <a:spcPts val="0"/>
              </a:spcBef>
              <a:spcAft>
                <a:spcPts val="0"/>
              </a:spcAft>
              <a:buClr>
                <a:srgbClr val="FFFFFF"/>
              </a:buClr>
              <a:buSzPts val="4800"/>
              <a:buNone/>
              <a:defRPr sz="4800">
                <a:solidFill>
                  <a:srgbClr val="FFFFFF"/>
                </a:solidFill>
              </a:defRPr>
            </a:lvl8pPr>
            <a:lvl9pPr lvl="8">
              <a:lnSpc>
                <a:spcPct val="75000"/>
              </a:lnSpc>
              <a:spcBef>
                <a:spcPts val="0"/>
              </a:spcBef>
              <a:spcAft>
                <a:spcPts val="0"/>
              </a:spcAft>
              <a:buClr>
                <a:srgbClr val="FFFFFF"/>
              </a:buClr>
              <a:buSzPts val="4800"/>
              <a:buNone/>
              <a:defRPr sz="4800">
                <a:solidFill>
                  <a:srgbClr val="FFFFFF"/>
                </a:solidFill>
              </a:defRPr>
            </a:lvl9pPr>
          </a:lstStyle>
          <a:p>
            <a:endParaRPr/>
          </a:p>
        </p:txBody>
      </p:sp>
      <p:sp>
        <p:nvSpPr>
          <p:cNvPr id="67" name="Google Shape;67;p1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ido IV">
  <p:cSld name="SECTION_HEADER_1_2_1_2_2_2_1">
    <p:bg>
      <p:bgPr>
        <a:solidFill>
          <a:srgbClr val="FFFFFF"/>
        </a:solidFill>
        <a:effectLst/>
      </p:bgPr>
    </p:bg>
    <p:spTree>
      <p:nvGrpSpPr>
        <p:cNvPr id="1" name="Shape 89"/>
        <p:cNvGrpSpPr/>
        <p:nvPr/>
      </p:nvGrpSpPr>
      <p:grpSpPr>
        <a:xfrm>
          <a:off x="0" y="0"/>
          <a:ext cx="0" cy="0"/>
          <a:chOff x="0" y="0"/>
          <a:chExt cx="0" cy="0"/>
        </a:xfrm>
      </p:grpSpPr>
      <p:sp>
        <p:nvSpPr>
          <p:cNvPr id="90" name="Google Shape;90;p16"/>
          <p:cNvSpPr/>
          <p:nvPr/>
        </p:nvSpPr>
        <p:spPr>
          <a:xfrm>
            <a:off x="387163" y="2541350"/>
            <a:ext cx="2007000" cy="23013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91" name="Google Shape;91;p16"/>
          <p:cNvSpPr/>
          <p:nvPr/>
        </p:nvSpPr>
        <p:spPr>
          <a:xfrm>
            <a:off x="387150" y="1910750"/>
            <a:ext cx="2007000" cy="641100"/>
          </a:xfrm>
          <a:prstGeom prst="rect">
            <a:avLst/>
          </a:prstGeom>
          <a:solidFill>
            <a:srgbClr val="217B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6"/>
          <p:cNvSpPr txBox="1">
            <a:spLocks noGrp="1"/>
          </p:cNvSpPr>
          <p:nvPr>
            <p:ph type="title"/>
          </p:nvPr>
        </p:nvSpPr>
        <p:spPr>
          <a:xfrm>
            <a:off x="506684" y="2003450"/>
            <a:ext cx="1743900" cy="461700"/>
          </a:xfrm>
          <a:prstGeom prst="rect">
            <a:avLst/>
          </a:prstGeom>
        </p:spPr>
        <p:txBody>
          <a:bodyPr spcFirstLastPara="1" wrap="square" lIns="0" tIns="0" rIns="0" bIns="0" anchor="ctr" anchorCtr="0">
            <a:noAutofit/>
          </a:bodyPr>
          <a:lstStyle>
            <a:lvl1pPr lvl="0">
              <a:spcBef>
                <a:spcPts val="0"/>
              </a:spcBef>
              <a:spcAft>
                <a:spcPts val="0"/>
              </a:spcAft>
              <a:buClr>
                <a:srgbClr val="FFFFFF"/>
              </a:buClr>
              <a:buSzPts val="1000"/>
              <a:buFont typeface="Sora Medium"/>
              <a:buNone/>
              <a:defRPr sz="1000" b="0">
                <a:solidFill>
                  <a:srgbClr val="FFFFFF"/>
                </a:solidFill>
                <a:latin typeface="Sora Medium"/>
                <a:ea typeface="Sora Medium"/>
                <a:cs typeface="Sora Medium"/>
                <a:sym typeface="Sora Medium"/>
              </a:defRPr>
            </a:lvl1pPr>
            <a:lvl2pPr lvl="1">
              <a:spcBef>
                <a:spcPts val="0"/>
              </a:spcBef>
              <a:spcAft>
                <a:spcPts val="0"/>
              </a:spcAft>
              <a:buClr>
                <a:srgbClr val="FFFFFF"/>
              </a:buClr>
              <a:buSzPts val="1800"/>
              <a:buNone/>
              <a:defRPr sz="1800">
                <a:solidFill>
                  <a:srgbClr val="FFFFFF"/>
                </a:solidFill>
              </a:defRPr>
            </a:lvl2pPr>
            <a:lvl3pPr lvl="2">
              <a:spcBef>
                <a:spcPts val="0"/>
              </a:spcBef>
              <a:spcAft>
                <a:spcPts val="0"/>
              </a:spcAft>
              <a:buClr>
                <a:srgbClr val="FFFFFF"/>
              </a:buClr>
              <a:buSzPts val="1800"/>
              <a:buNone/>
              <a:defRPr sz="1800">
                <a:solidFill>
                  <a:srgbClr val="FFFFFF"/>
                </a:solidFill>
              </a:defRPr>
            </a:lvl3pPr>
            <a:lvl4pPr lvl="3">
              <a:spcBef>
                <a:spcPts val="0"/>
              </a:spcBef>
              <a:spcAft>
                <a:spcPts val="0"/>
              </a:spcAft>
              <a:buClr>
                <a:srgbClr val="FFFFFF"/>
              </a:buClr>
              <a:buSzPts val="1800"/>
              <a:buNone/>
              <a:defRPr sz="1800">
                <a:solidFill>
                  <a:srgbClr val="FFFFFF"/>
                </a:solidFill>
              </a:defRPr>
            </a:lvl4pPr>
            <a:lvl5pPr lvl="4">
              <a:spcBef>
                <a:spcPts val="0"/>
              </a:spcBef>
              <a:spcAft>
                <a:spcPts val="0"/>
              </a:spcAft>
              <a:buClr>
                <a:srgbClr val="FFFFFF"/>
              </a:buClr>
              <a:buSzPts val="1800"/>
              <a:buNone/>
              <a:defRPr sz="1800">
                <a:solidFill>
                  <a:srgbClr val="FFFFFF"/>
                </a:solidFill>
              </a:defRPr>
            </a:lvl5pPr>
            <a:lvl6pPr lvl="5">
              <a:spcBef>
                <a:spcPts val="0"/>
              </a:spcBef>
              <a:spcAft>
                <a:spcPts val="0"/>
              </a:spcAft>
              <a:buClr>
                <a:srgbClr val="FFFFFF"/>
              </a:buClr>
              <a:buSzPts val="1800"/>
              <a:buNone/>
              <a:defRPr sz="1800">
                <a:solidFill>
                  <a:srgbClr val="FFFFFF"/>
                </a:solidFill>
              </a:defRPr>
            </a:lvl6pPr>
            <a:lvl7pPr lvl="6">
              <a:spcBef>
                <a:spcPts val="0"/>
              </a:spcBef>
              <a:spcAft>
                <a:spcPts val="0"/>
              </a:spcAft>
              <a:buClr>
                <a:srgbClr val="FFFFFF"/>
              </a:buClr>
              <a:buSzPts val="1800"/>
              <a:buNone/>
              <a:defRPr sz="1800">
                <a:solidFill>
                  <a:srgbClr val="FFFFFF"/>
                </a:solidFill>
              </a:defRPr>
            </a:lvl7pPr>
            <a:lvl8pPr lvl="7">
              <a:spcBef>
                <a:spcPts val="0"/>
              </a:spcBef>
              <a:spcAft>
                <a:spcPts val="0"/>
              </a:spcAft>
              <a:buClr>
                <a:srgbClr val="FFFFFF"/>
              </a:buClr>
              <a:buSzPts val="1800"/>
              <a:buNone/>
              <a:defRPr sz="1800">
                <a:solidFill>
                  <a:srgbClr val="FFFFFF"/>
                </a:solidFill>
              </a:defRPr>
            </a:lvl8pPr>
            <a:lvl9pPr lvl="8">
              <a:spcBef>
                <a:spcPts val="0"/>
              </a:spcBef>
              <a:spcAft>
                <a:spcPts val="0"/>
              </a:spcAft>
              <a:buClr>
                <a:srgbClr val="FFFFFF"/>
              </a:buClr>
              <a:buSzPts val="1800"/>
              <a:buNone/>
              <a:defRPr sz="1800">
                <a:solidFill>
                  <a:srgbClr val="FFFFFF"/>
                </a:solidFill>
              </a:defRPr>
            </a:lvl9pPr>
          </a:lstStyle>
          <a:p>
            <a:endParaRPr/>
          </a:p>
        </p:txBody>
      </p:sp>
      <p:sp>
        <p:nvSpPr>
          <p:cNvPr id="93" name="Google Shape;93;p16"/>
          <p:cNvSpPr>
            <a:spLocks noGrp="1"/>
          </p:cNvSpPr>
          <p:nvPr>
            <p:ph type="pic" idx="2"/>
          </p:nvPr>
        </p:nvSpPr>
        <p:spPr>
          <a:xfrm>
            <a:off x="460460" y="2710225"/>
            <a:ext cx="298200" cy="360000"/>
          </a:xfrm>
          <a:prstGeom prst="rect">
            <a:avLst/>
          </a:prstGeom>
          <a:noFill/>
          <a:ln>
            <a:noFill/>
          </a:ln>
        </p:spPr>
      </p:sp>
      <p:sp>
        <p:nvSpPr>
          <p:cNvPr id="94" name="Google Shape;94;p16"/>
          <p:cNvSpPr>
            <a:spLocks noGrp="1"/>
          </p:cNvSpPr>
          <p:nvPr>
            <p:ph type="pic" idx="3"/>
          </p:nvPr>
        </p:nvSpPr>
        <p:spPr>
          <a:xfrm>
            <a:off x="460460" y="3783725"/>
            <a:ext cx="298200" cy="360000"/>
          </a:xfrm>
          <a:prstGeom prst="rect">
            <a:avLst/>
          </a:prstGeom>
          <a:noFill/>
          <a:ln>
            <a:noFill/>
          </a:ln>
        </p:spPr>
      </p:sp>
      <p:sp>
        <p:nvSpPr>
          <p:cNvPr id="95" name="Google Shape;95;p16"/>
          <p:cNvSpPr>
            <a:spLocks noGrp="1"/>
          </p:cNvSpPr>
          <p:nvPr>
            <p:ph type="pic" idx="4"/>
          </p:nvPr>
        </p:nvSpPr>
        <p:spPr>
          <a:xfrm>
            <a:off x="460460" y="3228600"/>
            <a:ext cx="298200" cy="360000"/>
          </a:xfrm>
          <a:prstGeom prst="rect">
            <a:avLst/>
          </a:prstGeom>
          <a:noFill/>
          <a:ln>
            <a:noFill/>
          </a:ln>
        </p:spPr>
      </p:sp>
      <p:sp>
        <p:nvSpPr>
          <p:cNvPr id="96" name="Google Shape;96;p16"/>
          <p:cNvSpPr>
            <a:spLocks noGrp="1"/>
          </p:cNvSpPr>
          <p:nvPr>
            <p:ph type="pic" idx="5"/>
          </p:nvPr>
        </p:nvSpPr>
        <p:spPr>
          <a:xfrm>
            <a:off x="460460" y="4304850"/>
            <a:ext cx="298200" cy="360000"/>
          </a:xfrm>
          <a:prstGeom prst="rect">
            <a:avLst/>
          </a:prstGeom>
          <a:noFill/>
          <a:ln>
            <a:noFill/>
          </a:ln>
        </p:spPr>
      </p:sp>
      <p:sp>
        <p:nvSpPr>
          <p:cNvPr id="97" name="Google Shape;97;p16"/>
          <p:cNvSpPr txBox="1">
            <a:spLocks noGrp="1"/>
          </p:cNvSpPr>
          <p:nvPr>
            <p:ph type="title" idx="6"/>
          </p:nvPr>
        </p:nvSpPr>
        <p:spPr>
          <a:xfrm>
            <a:off x="375425" y="910650"/>
            <a:ext cx="6774600" cy="143100"/>
          </a:xfrm>
          <a:prstGeom prst="rect">
            <a:avLst/>
          </a:prstGeom>
        </p:spPr>
        <p:txBody>
          <a:bodyPr spcFirstLastPara="1" wrap="square" lIns="0" tIns="0" rIns="0" bIns="0" anchor="t" anchorCtr="0">
            <a:noAutofit/>
          </a:bodyPr>
          <a:lstStyle>
            <a:lvl1pPr lvl="0">
              <a:spcBef>
                <a:spcPts val="0"/>
              </a:spcBef>
              <a:spcAft>
                <a:spcPts val="0"/>
              </a:spcAft>
              <a:buClr>
                <a:srgbClr val="1C1D1E"/>
              </a:buClr>
              <a:buSzPts val="1200"/>
              <a:buFont typeface="Instrument Sans"/>
              <a:buNone/>
              <a:defRPr sz="12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98" name="Google Shape;98;p16"/>
          <p:cNvSpPr txBox="1">
            <a:spLocks noGrp="1"/>
          </p:cNvSpPr>
          <p:nvPr>
            <p:ph type="title" idx="7"/>
          </p:nvPr>
        </p:nvSpPr>
        <p:spPr>
          <a:xfrm>
            <a:off x="375425" y="451432"/>
            <a:ext cx="67746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99" name="Google Shape;99;p16"/>
          <p:cNvSpPr txBox="1">
            <a:spLocks noGrp="1"/>
          </p:cNvSpPr>
          <p:nvPr>
            <p:ph type="subTitle" idx="1"/>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accent1"/>
              </a:buClr>
              <a:buSzPts val="1300"/>
              <a:buFont typeface="Instrument Sans SemiBold"/>
              <a:buNone/>
              <a:defRPr sz="13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100" name="Google Shape;100;p16"/>
          <p:cNvSpPr txBox="1">
            <a:spLocks noGrp="1"/>
          </p:cNvSpPr>
          <p:nvPr>
            <p:ph type="title" idx="8"/>
          </p:nvPr>
        </p:nvSpPr>
        <p:spPr>
          <a:xfrm>
            <a:off x="874602" y="2710225"/>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01" name="Google Shape;101;p16"/>
          <p:cNvSpPr txBox="1">
            <a:spLocks noGrp="1"/>
          </p:cNvSpPr>
          <p:nvPr>
            <p:ph type="title" idx="9"/>
          </p:nvPr>
        </p:nvSpPr>
        <p:spPr>
          <a:xfrm>
            <a:off x="874602" y="3184375"/>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02" name="Google Shape;102;p16"/>
          <p:cNvSpPr txBox="1">
            <a:spLocks noGrp="1"/>
          </p:cNvSpPr>
          <p:nvPr>
            <p:ph type="title" idx="13"/>
          </p:nvPr>
        </p:nvSpPr>
        <p:spPr>
          <a:xfrm>
            <a:off x="874602" y="3757475"/>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03" name="Google Shape;103;p16"/>
          <p:cNvSpPr txBox="1">
            <a:spLocks noGrp="1"/>
          </p:cNvSpPr>
          <p:nvPr>
            <p:ph type="title" idx="14"/>
          </p:nvPr>
        </p:nvSpPr>
        <p:spPr>
          <a:xfrm>
            <a:off x="874602" y="4278600"/>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04" name="Google Shape;104;p16"/>
          <p:cNvSpPr/>
          <p:nvPr/>
        </p:nvSpPr>
        <p:spPr>
          <a:xfrm>
            <a:off x="6759813" y="2541350"/>
            <a:ext cx="2007000" cy="23013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105" name="Google Shape;105;p16"/>
          <p:cNvSpPr/>
          <p:nvPr/>
        </p:nvSpPr>
        <p:spPr>
          <a:xfrm>
            <a:off x="6759800" y="1910750"/>
            <a:ext cx="2007000" cy="641100"/>
          </a:xfrm>
          <a:prstGeom prst="rect">
            <a:avLst/>
          </a:prstGeom>
          <a:solidFill>
            <a:srgbClr val="217B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6"/>
          <p:cNvSpPr txBox="1">
            <a:spLocks noGrp="1"/>
          </p:cNvSpPr>
          <p:nvPr>
            <p:ph type="title" idx="15"/>
          </p:nvPr>
        </p:nvSpPr>
        <p:spPr>
          <a:xfrm>
            <a:off x="6879334" y="2003450"/>
            <a:ext cx="1743900" cy="461700"/>
          </a:xfrm>
          <a:prstGeom prst="rect">
            <a:avLst/>
          </a:prstGeom>
        </p:spPr>
        <p:txBody>
          <a:bodyPr spcFirstLastPara="1" wrap="square" lIns="0" tIns="0" rIns="0" bIns="0" anchor="ctr" anchorCtr="0">
            <a:noAutofit/>
          </a:bodyPr>
          <a:lstStyle>
            <a:lvl1pPr lvl="0">
              <a:spcBef>
                <a:spcPts val="0"/>
              </a:spcBef>
              <a:spcAft>
                <a:spcPts val="0"/>
              </a:spcAft>
              <a:buClr>
                <a:srgbClr val="FFFFFF"/>
              </a:buClr>
              <a:buSzPts val="1000"/>
              <a:buFont typeface="Sora Medium"/>
              <a:buNone/>
              <a:defRPr sz="1000" b="0">
                <a:solidFill>
                  <a:srgbClr val="FFFFFF"/>
                </a:solidFill>
                <a:latin typeface="Sora Medium"/>
                <a:ea typeface="Sora Medium"/>
                <a:cs typeface="Sora Medium"/>
                <a:sym typeface="Sora Medium"/>
              </a:defRPr>
            </a:lvl1pPr>
            <a:lvl2pPr lvl="1">
              <a:spcBef>
                <a:spcPts val="0"/>
              </a:spcBef>
              <a:spcAft>
                <a:spcPts val="0"/>
              </a:spcAft>
              <a:buClr>
                <a:srgbClr val="FFFFFF"/>
              </a:buClr>
              <a:buSzPts val="1800"/>
              <a:buNone/>
              <a:defRPr sz="1800">
                <a:solidFill>
                  <a:srgbClr val="FFFFFF"/>
                </a:solidFill>
              </a:defRPr>
            </a:lvl2pPr>
            <a:lvl3pPr lvl="2">
              <a:spcBef>
                <a:spcPts val="0"/>
              </a:spcBef>
              <a:spcAft>
                <a:spcPts val="0"/>
              </a:spcAft>
              <a:buClr>
                <a:srgbClr val="FFFFFF"/>
              </a:buClr>
              <a:buSzPts val="1800"/>
              <a:buNone/>
              <a:defRPr sz="1800">
                <a:solidFill>
                  <a:srgbClr val="FFFFFF"/>
                </a:solidFill>
              </a:defRPr>
            </a:lvl3pPr>
            <a:lvl4pPr lvl="3">
              <a:spcBef>
                <a:spcPts val="0"/>
              </a:spcBef>
              <a:spcAft>
                <a:spcPts val="0"/>
              </a:spcAft>
              <a:buClr>
                <a:srgbClr val="FFFFFF"/>
              </a:buClr>
              <a:buSzPts val="1800"/>
              <a:buNone/>
              <a:defRPr sz="1800">
                <a:solidFill>
                  <a:srgbClr val="FFFFFF"/>
                </a:solidFill>
              </a:defRPr>
            </a:lvl4pPr>
            <a:lvl5pPr lvl="4">
              <a:spcBef>
                <a:spcPts val="0"/>
              </a:spcBef>
              <a:spcAft>
                <a:spcPts val="0"/>
              </a:spcAft>
              <a:buClr>
                <a:srgbClr val="FFFFFF"/>
              </a:buClr>
              <a:buSzPts val="1800"/>
              <a:buNone/>
              <a:defRPr sz="1800">
                <a:solidFill>
                  <a:srgbClr val="FFFFFF"/>
                </a:solidFill>
              </a:defRPr>
            </a:lvl5pPr>
            <a:lvl6pPr lvl="5">
              <a:spcBef>
                <a:spcPts val="0"/>
              </a:spcBef>
              <a:spcAft>
                <a:spcPts val="0"/>
              </a:spcAft>
              <a:buClr>
                <a:srgbClr val="FFFFFF"/>
              </a:buClr>
              <a:buSzPts val="1800"/>
              <a:buNone/>
              <a:defRPr sz="1800">
                <a:solidFill>
                  <a:srgbClr val="FFFFFF"/>
                </a:solidFill>
              </a:defRPr>
            </a:lvl6pPr>
            <a:lvl7pPr lvl="6">
              <a:spcBef>
                <a:spcPts val="0"/>
              </a:spcBef>
              <a:spcAft>
                <a:spcPts val="0"/>
              </a:spcAft>
              <a:buClr>
                <a:srgbClr val="FFFFFF"/>
              </a:buClr>
              <a:buSzPts val="1800"/>
              <a:buNone/>
              <a:defRPr sz="1800">
                <a:solidFill>
                  <a:srgbClr val="FFFFFF"/>
                </a:solidFill>
              </a:defRPr>
            </a:lvl7pPr>
            <a:lvl8pPr lvl="7">
              <a:spcBef>
                <a:spcPts val="0"/>
              </a:spcBef>
              <a:spcAft>
                <a:spcPts val="0"/>
              </a:spcAft>
              <a:buClr>
                <a:srgbClr val="FFFFFF"/>
              </a:buClr>
              <a:buSzPts val="1800"/>
              <a:buNone/>
              <a:defRPr sz="1800">
                <a:solidFill>
                  <a:srgbClr val="FFFFFF"/>
                </a:solidFill>
              </a:defRPr>
            </a:lvl8pPr>
            <a:lvl9pPr lvl="8">
              <a:spcBef>
                <a:spcPts val="0"/>
              </a:spcBef>
              <a:spcAft>
                <a:spcPts val="0"/>
              </a:spcAft>
              <a:buClr>
                <a:srgbClr val="FFFFFF"/>
              </a:buClr>
              <a:buSzPts val="1800"/>
              <a:buNone/>
              <a:defRPr sz="1800">
                <a:solidFill>
                  <a:srgbClr val="FFFFFF"/>
                </a:solidFill>
              </a:defRPr>
            </a:lvl9pPr>
          </a:lstStyle>
          <a:p>
            <a:endParaRPr/>
          </a:p>
        </p:txBody>
      </p:sp>
      <p:sp>
        <p:nvSpPr>
          <p:cNvPr id="107" name="Google Shape;107;p16"/>
          <p:cNvSpPr>
            <a:spLocks noGrp="1"/>
          </p:cNvSpPr>
          <p:nvPr>
            <p:ph type="pic" idx="16"/>
          </p:nvPr>
        </p:nvSpPr>
        <p:spPr>
          <a:xfrm>
            <a:off x="6833110" y="2710225"/>
            <a:ext cx="298200" cy="360000"/>
          </a:xfrm>
          <a:prstGeom prst="rect">
            <a:avLst/>
          </a:prstGeom>
          <a:noFill/>
          <a:ln>
            <a:noFill/>
          </a:ln>
        </p:spPr>
      </p:sp>
      <p:sp>
        <p:nvSpPr>
          <p:cNvPr id="108" name="Google Shape;108;p16"/>
          <p:cNvSpPr>
            <a:spLocks noGrp="1"/>
          </p:cNvSpPr>
          <p:nvPr>
            <p:ph type="pic" idx="17"/>
          </p:nvPr>
        </p:nvSpPr>
        <p:spPr>
          <a:xfrm>
            <a:off x="6833110" y="3783725"/>
            <a:ext cx="298200" cy="360000"/>
          </a:xfrm>
          <a:prstGeom prst="rect">
            <a:avLst/>
          </a:prstGeom>
          <a:noFill/>
          <a:ln>
            <a:noFill/>
          </a:ln>
        </p:spPr>
      </p:sp>
      <p:sp>
        <p:nvSpPr>
          <p:cNvPr id="109" name="Google Shape;109;p16"/>
          <p:cNvSpPr>
            <a:spLocks noGrp="1"/>
          </p:cNvSpPr>
          <p:nvPr>
            <p:ph type="pic" idx="18"/>
          </p:nvPr>
        </p:nvSpPr>
        <p:spPr>
          <a:xfrm>
            <a:off x="6833110" y="3228600"/>
            <a:ext cx="298200" cy="360000"/>
          </a:xfrm>
          <a:prstGeom prst="rect">
            <a:avLst/>
          </a:prstGeom>
          <a:noFill/>
          <a:ln>
            <a:noFill/>
          </a:ln>
        </p:spPr>
      </p:sp>
      <p:sp>
        <p:nvSpPr>
          <p:cNvPr id="110" name="Google Shape;110;p16"/>
          <p:cNvSpPr>
            <a:spLocks noGrp="1"/>
          </p:cNvSpPr>
          <p:nvPr>
            <p:ph type="pic" idx="19"/>
          </p:nvPr>
        </p:nvSpPr>
        <p:spPr>
          <a:xfrm>
            <a:off x="6833110" y="4304850"/>
            <a:ext cx="298200" cy="360000"/>
          </a:xfrm>
          <a:prstGeom prst="rect">
            <a:avLst/>
          </a:prstGeom>
          <a:noFill/>
          <a:ln>
            <a:noFill/>
          </a:ln>
        </p:spPr>
      </p:sp>
      <p:sp>
        <p:nvSpPr>
          <p:cNvPr id="111" name="Google Shape;111;p16"/>
          <p:cNvSpPr txBox="1">
            <a:spLocks noGrp="1"/>
          </p:cNvSpPr>
          <p:nvPr>
            <p:ph type="title" idx="20"/>
          </p:nvPr>
        </p:nvSpPr>
        <p:spPr>
          <a:xfrm>
            <a:off x="7247252" y="2710225"/>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12" name="Google Shape;112;p16"/>
          <p:cNvSpPr txBox="1">
            <a:spLocks noGrp="1"/>
          </p:cNvSpPr>
          <p:nvPr>
            <p:ph type="title" idx="21"/>
          </p:nvPr>
        </p:nvSpPr>
        <p:spPr>
          <a:xfrm>
            <a:off x="7247252" y="3184375"/>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13" name="Google Shape;113;p16"/>
          <p:cNvSpPr txBox="1">
            <a:spLocks noGrp="1"/>
          </p:cNvSpPr>
          <p:nvPr>
            <p:ph type="title" idx="22"/>
          </p:nvPr>
        </p:nvSpPr>
        <p:spPr>
          <a:xfrm>
            <a:off x="7247252" y="3757475"/>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14" name="Google Shape;114;p16"/>
          <p:cNvSpPr txBox="1">
            <a:spLocks noGrp="1"/>
          </p:cNvSpPr>
          <p:nvPr>
            <p:ph type="title" idx="23"/>
          </p:nvPr>
        </p:nvSpPr>
        <p:spPr>
          <a:xfrm>
            <a:off x="7247252" y="4278600"/>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15" name="Google Shape;115;p16"/>
          <p:cNvSpPr/>
          <p:nvPr/>
        </p:nvSpPr>
        <p:spPr>
          <a:xfrm>
            <a:off x="4635563" y="2541350"/>
            <a:ext cx="2007000" cy="23013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116" name="Google Shape;116;p16"/>
          <p:cNvSpPr/>
          <p:nvPr/>
        </p:nvSpPr>
        <p:spPr>
          <a:xfrm>
            <a:off x="4635550" y="1910750"/>
            <a:ext cx="2007000" cy="641100"/>
          </a:xfrm>
          <a:prstGeom prst="rect">
            <a:avLst/>
          </a:prstGeom>
          <a:solidFill>
            <a:srgbClr val="217B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6"/>
          <p:cNvSpPr txBox="1">
            <a:spLocks noGrp="1"/>
          </p:cNvSpPr>
          <p:nvPr>
            <p:ph type="title" idx="24"/>
          </p:nvPr>
        </p:nvSpPr>
        <p:spPr>
          <a:xfrm>
            <a:off x="4755084" y="2003450"/>
            <a:ext cx="1743900" cy="461700"/>
          </a:xfrm>
          <a:prstGeom prst="rect">
            <a:avLst/>
          </a:prstGeom>
        </p:spPr>
        <p:txBody>
          <a:bodyPr spcFirstLastPara="1" wrap="square" lIns="0" tIns="0" rIns="0" bIns="0" anchor="ctr" anchorCtr="0">
            <a:noAutofit/>
          </a:bodyPr>
          <a:lstStyle>
            <a:lvl1pPr lvl="0">
              <a:spcBef>
                <a:spcPts val="0"/>
              </a:spcBef>
              <a:spcAft>
                <a:spcPts val="0"/>
              </a:spcAft>
              <a:buClr>
                <a:srgbClr val="FFFFFF"/>
              </a:buClr>
              <a:buSzPts val="1000"/>
              <a:buFont typeface="Sora Medium"/>
              <a:buNone/>
              <a:defRPr sz="1000" b="0">
                <a:solidFill>
                  <a:srgbClr val="FFFFFF"/>
                </a:solidFill>
                <a:latin typeface="Sora Medium"/>
                <a:ea typeface="Sora Medium"/>
                <a:cs typeface="Sora Medium"/>
                <a:sym typeface="Sora Medium"/>
              </a:defRPr>
            </a:lvl1pPr>
            <a:lvl2pPr lvl="1">
              <a:spcBef>
                <a:spcPts val="0"/>
              </a:spcBef>
              <a:spcAft>
                <a:spcPts val="0"/>
              </a:spcAft>
              <a:buClr>
                <a:srgbClr val="FFFFFF"/>
              </a:buClr>
              <a:buSzPts val="1800"/>
              <a:buNone/>
              <a:defRPr sz="1800">
                <a:solidFill>
                  <a:srgbClr val="FFFFFF"/>
                </a:solidFill>
              </a:defRPr>
            </a:lvl2pPr>
            <a:lvl3pPr lvl="2">
              <a:spcBef>
                <a:spcPts val="0"/>
              </a:spcBef>
              <a:spcAft>
                <a:spcPts val="0"/>
              </a:spcAft>
              <a:buClr>
                <a:srgbClr val="FFFFFF"/>
              </a:buClr>
              <a:buSzPts val="1800"/>
              <a:buNone/>
              <a:defRPr sz="1800">
                <a:solidFill>
                  <a:srgbClr val="FFFFFF"/>
                </a:solidFill>
              </a:defRPr>
            </a:lvl3pPr>
            <a:lvl4pPr lvl="3">
              <a:spcBef>
                <a:spcPts val="0"/>
              </a:spcBef>
              <a:spcAft>
                <a:spcPts val="0"/>
              </a:spcAft>
              <a:buClr>
                <a:srgbClr val="FFFFFF"/>
              </a:buClr>
              <a:buSzPts val="1800"/>
              <a:buNone/>
              <a:defRPr sz="1800">
                <a:solidFill>
                  <a:srgbClr val="FFFFFF"/>
                </a:solidFill>
              </a:defRPr>
            </a:lvl4pPr>
            <a:lvl5pPr lvl="4">
              <a:spcBef>
                <a:spcPts val="0"/>
              </a:spcBef>
              <a:spcAft>
                <a:spcPts val="0"/>
              </a:spcAft>
              <a:buClr>
                <a:srgbClr val="FFFFFF"/>
              </a:buClr>
              <a:buSzPts val="1800"/>
              <a:buNone/>
              <a:defRPr sz="1800">
                <a:solidFill>
                  <a:srgbClr val="FFFFFF"/>
                </a:solidFill>
              </a:defRPr>
            </a:lvl5pPr>
            <a:lvl6pPr lvl="5">
              <a:spcBef>
                <a:spcPts val="0"/>
              </a:spcBef>
              <a:spcAft>
                <a:spcPts val="0"/>
              </a:spcAft>
              <a:buClr>
                <a:srgbClr val="FFFFFF"/>
              </a:buClr>
              <a:buSzPts val="1800"/>
              <a:buNone/>
              <a:defRPr sz="1800">
                <a:solidFill>
                  <a:srgbClr val="FFFFFF"/>
                </a:solidFill>
              </a:defRPr>
            </a:lvl6pPr>
            <a:lvl7pPr lvl="6">
              <a:spcBef>
                <a:spcPts val="0"/>
              </a:spcBef>
              <a:spcAft>
                <a:spcPts val="0"/>
              </a:spcAft>
              <a:buClr>
                <a:srgbClr val="FFFFFF"/>
              </a:buClr>
              <a:buSzPts val="1800"/>
              <a:buNone/>
              <a:defRPr sz="1800">
                <a:solidFill>
                  <a:srgbClr val="FFFFFF"/>
                </a:solidFill>
              </a:defRPr>
            </a:lvl7pPr>
            <a:lvl8pPr lvl="7">
              <a:spcBef>
                <a:spcPts val="0"/>
              </a:spcBef>
              <a:spcAft>
                <a:spcPts val="0"/>
              </a:spcAft>
              <a:buClr>
                <a:srgbClr val="FFFFFF"/>
              </a:buClr>
              <a:buSzPts val="1800"/>
              <a:buNone/>
              <a:defRPr sz="1800">
                <a:solidFill>
                  <a:srgbClr val="FFFFFF"/>
                </a:solidFill>
              </a:defRPr>
            </a:lvl8pPr>
            <a:lvl9pPr lvl="8">
              <a:spcBef>
                <a:spcPts val="0"/>
              </a:spcBef>
              <a:spcAft>
                <a:spcPts val="0"/>
              </a:spcAft>
              <a:buClr>
                <a:srgbClr val="FFFFFF"/>
              </a:buClr>
              <a:buSzPts val="1800"/>
              <a:buNone/>
              <a:defRPr sz="1800">
                <a:solidFill>
                  <a:srgbClr val="FFFFFF"/>
                </a:solidFill>
              </a:defRPr>
            </a:lvl9pPr>
          </a:lstStyle>
          <a:p>
            <a:endParaRPr/>
          </a:p>
        </p:txBody>
      </p:sp>
      <p:sp>
        <p:nvSpPr>
          <p:cNvPr id="118" name="Google Shape;118;p16"/>
          <p:cNvSpPr>
            <a:spLocks noGrp="1"/>
          </p:cNvSpPr>
          <p:nvPr>
            <p:ph type="pic" idx="25"/>
          </p:nvPr>
        </p:nvSpPr>
        <p:spPr>
          <a:xfrm>
            <a:off x="4708860" y="2710225"/>
            <a:ext cx="298200" cy="360000"/>
          </a:xfrm>
          <a:prstGeom prst="rect">
            <a:avLst/>
          </a:prstGeom>
          <a:noFill/>
          <a:ln>
            <a:noFill/>
          </a:ln>
        </p:spPr>
      </p:sp>
      <p:sp>
        <p:nvSpPr>
          <p:cNvPr id="119" name="Google Shape;119;p16"/>
          <p:cNvSpPr>
            <a:spLocks noGrp="1"/>
          </p:cNvSpPr>
          <p:nvPr>
            <p:ph type="pic" idx="26"/>
          </p:nvPr>
        </p:nvSpPr>
        <p:spPr>
          <a:xfrm>
            <a:off x="4708860" y="3783725"/>
            <a:ext cx="298200" cy="360000"/>
          </a:xfrm>
          <a:prstGeom prst="rect">
            <a:avLst/>
          </a:prstGeom>
          <a:noFill/>
          <a:ln>
            <a:noFill/>
          </a:ln>
        </p:spPr>
      </p:sp>
      <p:sp>
        <p:nvSpPr>
          <p:cNvPr id="120" name="Google Shape;120;p16"/>
          <p:cNvSpPr>
            <a:spLocks noGrp="1"/>
          </p:cNvSpPr>
          <p:nvPr>
            <p:ph type="pic" idx="27"/>
          </p:nvPr>
        </p:nvSpPr>
        <p:spPr>
          <a:xfrm>
            <a:off x="4708860" y="3228600"/>
            <a:ext cx="298200" cy="360000"/>
          </a:xfrm>
          <a:prstGeom prst="rect">
            <a:avLst/>
          </a:prstGeom>
          <a:noFill/>
          <a:ln>
            <a:noFill/>
          </a:ln>
        </p:spPr>
      </p:sp>
      <p:sp>
        <p:nvSpPr>
          <p:cNvPr id="121" name="Google Shape;121;p16"/>
          <p:cNvSpPr>
            <a:spLocks noGrp="1"/>
          </p:cNvSpPr>
          <p:nvPr>
            <p:ph type="pic" idx="28"/>
          </p:nvPr>
        </p:nvSpPr>
        <p:spPr>
          <a:xfrm>
            <a:off x="4708860" y="4304850"/>
            <a:ext cx="298200" cy="360000"/>
          </a:xfrm>
          <a:prstGeom prst="rect">
            <a:avLst/>
          </a:prstGeom>
          <a:noFill/>
          <a:ln>
            <a:noFill/>
          </a:ln>
        </p:spPr>
      </p:sp>
      <p:sp>
        <p:nvSpPr>
          <p:cNvPr id="122" name="Google Shape;122;p16"/>
          <p:cNvSpPr txBox="1">
            <a:spLocks noGrp="1"/>
          </p:cNvSpPr>
          <p:nvPr>
            <p:ph type="title" idx="29"/>
          </p:nvPr>
        </p:nvSpPr>
        <p:spPr>
          <a:xfrm>
            <a:off x="5123002" y="2710225"/>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23" name="Google Shape;123;p16"/>
          <p:cNvSpPr txBox="1">
            <a:spLocks noGrp="1"/>
          </p:cNvSpPr>
          <p:nvPr>
            <p:ph type="title" idx="30"/>
          </p:nvPr>
        </p:nvSpPr>
        <p:spPr>
          <a:xfrm>
            <a:off x="5123002" y="3184375"/>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24" name="Google Shape;124;p16"/>
          <p:cNvSpPr txBox="1">
            <a:spLocks noGrp="1"/>
          </p:cNvSpPr>
          <p:nvPr>
            <p:ph type="title" idx="31"/>
          </p:nvPr>
        </p:nvSpPr>
        <p:spPr>
          <a:xfrm>
            <a:off x="5123002" y="3757475"/>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25" name="Google Shape;125;p16"/>
          <p:cNvSpPr txBox="1">
            <a:spLocks noGrp="1"/>
          </p:cNvSpPr>
          <p:nvPr>
            <p:ph type="title" idx="32"/>
          </p:nvPr>
        </p:nvSpPr>
        <p:spPr>
          <a:xfrm>
            <a:off x="5123002" y="4278600"/>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26" name="Google Shape;126;p16"/>
          <p:cNvSpPr/>
          <p:nvPr/>
        </p:nvSpPr>
        <p:spPr>
          <a:xfrm>
            <a:off x="2511351" y="2541350"/>
            <a:ext cx="2007000" cy="23013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127" name="Google Shape;127;p16"/>
          <p:cNvSpPr/>
          <p:nvPr/>
        </p:nvSpPr>
        <p:spPr>
          <a:xfrm>
            <a:off x="2511337" y="1910750"/>
            <a:ext cx="2007000" cy="641100"/>
          </a:xfrm>
          <a:prstGeom prst="rect">
            <a:avLst/>
          </a:prstGeom>
          <a:solidFill>
            <a:srgbClr val="217B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6"/>
          <p:cNvSpPr txBox="1">
            <a:spLocks noGrp="1"/>
          </p:cNvSpPr>
          <p:nvPr>
            <p:ph type="title" idx="33"/>
          </p:nvPr>
        </p:nvSpPr>
        <p:spPr>
          <a:xfrm>
            <a:off x="2630872" y="2003450"/>
            <a:ext cx="1743900" cy="461700"/>
          </a:xfrm>
          <a:prstGeom prst="rect">
            <a:avLst/>
          </a:prstGeom>
        </p:spPr>
        <p:txBody>
          <a:bodyPr spcFirstLastPara="1" wrap="square" lIns="0" tIns="0" rIns="0" bIns="0" anchor="ctr" anchorCtr="0">
            <a:noAutofit/>
          </a:bodyPr>
          <a:lstStyle>
            <a:lvl1pPr lvl="0">
              <a:spcBef>
                <a:spcPts val="0"/>
              </a:spcBef>
              <a:spcAft>
                <a:spcPts val="0"/>
              </a:spcAft>
              <a:buClr>
                <a:srgbClr val="FFFFFF"/>
              </a:buClr>
              <a:buSzPts val="1000"/>
              <a:buFont typeface="Sora Medium"/>
              <a:buNone/>
              <a:defRPr sz="1000" b="0">
                <a:solidFill>
                  <a:srgbClr val="FFFFFF"/>
                </a:solidFill>
                <a:latin typeface="Sora Medium"/>
                <a:ea typeface="Sora Medium"/>
                <a:cs typeface="Sora Medium"/>
                <a:sym typeface="Sora Medium"/>
              </a:defRPr>
            </a:lvl1pPr>
            <a:lvl2pPr lvl="1">
              <a:spcBef>
                <a:spcPts val="0"/>
              </a:spcBef>
              <a:spcAft>
                <a:spcPts val="0"/>
              </a:spcAft>
              <a:buClr>
                <a:srgbClr val="FFFFFF"/>
              </a:buClr>
              <a:buSzPts val="1800"/>
              <a:buNone/>
              <a:defRPr sz="1800">
                <a:solidFill>
                  <a:srgbClr val="FFFFFF"/>
                </a:solidFill>
              </a:defRPr>
            </a:lvl2pPr>
            <a:lvl3pPr lvl="2">
              <a:spcBef>
                <a:spcPts val="0"/>
              </a:spcBef>
              <a:spcAft>
                <a:spcPts val="0"/>
              </a:spcAft>
              <a:buClr>
                <a:srgbClr val="FFFFFF"/>
              </a:buClr>
              <a:buSzPts val="1800"/>
              <a:buNone/>
              <a:defRPr sz="1800">
                <a:solidFill>
                  <a:srgbClr val="FFFFFF"/>
                </a:solidFill>
              </a:defRPr>
            </a:lvl3pPr>
            <a:lvl4pPr lvl="3">
              <a:spcBef>
                <a:spcPts val="0"/>
              </a:spcBef>
              <a:spcAft>
                <a:spcPts val="0"/>
              </a:spcAft>
              <a:buClr>
                <a:srgbClr val="FFFFFF"/>
              </a:buClr>
              <a:buSzPts val="1800"/>
              <a:buNone/>
              <a:defRPr sz="1800">
                <a:solidFill>
                  <a:srgbClr val="FFFFFF"/>
                </a:solidFill>
              </a:defRPr>
            </a:lvl4pPr>
            <a:lvl5pPr lvl="4">
              <a:spcBef>
                <a:spcPts val="0"/>
              </a:spcBef>
              <a:spcAft>
                <a:spcPts val="0"/>
              </a:spcAft>
              <a:buClr>
                <a:srgbClr val="FFFFFF"/>
              </a:buClr>
              <a:buSzPts val="1800"/>
              <a:buNone/>
              <a:defRPr sz="1800">
                <a:solidFill>
                  <a:srgbClr val="FFFFFF"/>
                </a:solidFill>
              </a:defRPr>
            </a:lvl5pPr>
            <a:lvl6pPr lvl="5">
              <a:spcBef>
                <a:spcPts val="0"/>
              </a:spcBef>
              <a:spcAft>
                <a:spcPts val="0"/>
              </a:spcAft>
              <a:buClr>
                <a:srgbClr val="FFFFFF"/>
              </a:buClr>
              <a:buSzPts val="1800"/>
              <a:buNone/>
              <a:defRPr sz="1800">
                <a:solidFill>
                  <a:srgbClr val="FFFFFF"/>
                </a:solidFill>
              </a:defRPr>
            </a:lvl6pPr>
            <a:lvl7pPr lvl="6">
              <a:spcBef>
                <a:spcPts val="0"/>
              </a:spcBef>
              <a:spcAft>
                <a:spcPts val="0"/>
              </a:spcAft>
              <a:buClr>
                <a:srgbClr val="FFFFFF"/>
              </a:buClr>
              <a:buSzPts val="1800"/>
              <a:buNone/>
              <a:defRPr sz="1800">
                <a:solidFill>
                  <a:srgbClr val="FFFFFF"/>
                </a:solidFill>
              </a:defRPr>
            </a:lvl7pPr>
            <a:lvl8pPr lvl="7">
              <a:spcBef>
                <a:spcPts val="0"/>
              </a:spcBef>
              <a:spcAft>
                <a:spcPts val="0"/>
              </a:spcAft>
              <a:buClr>
                <a:srgbClr val="FFFFFF"/>
              </a:buClr>
              <a:buSzPts val="1800"/>
              <a:buNone/>
              <a:defRPr sz="1800">
                <a:solidFill>
                  <a:srgbClr val="FFFFFF"/>
                </a:solidFill>
              </a:defRPr>
            </a:lvl8pPr>
            <a:lvl9pPr lvl="8">
              <a:spcBef>
                <a:spcPts val="0"/>
              </a:spcBef>
              <a:spcAft>
                <a:spcPts val="0"/>
              </a:spcAft>
              <a:buClr>
                <a:srgbClr val="FFFFFF"/>
              </a:buClr>
              <a:buSzPts val="1800"/>
              <a:buNone/>
              <a:defRPr sz="1800">
                <a:solidFill>
                  <a:srgbClr val="FFFFFF"/>
                </a:solidFill>
              </a:defRPr>
            </a:lvl9pPr>
          </a:lstStyle>
          <a:p>
            <a:endParaRPr/>
          </a:p>
        </p:txBody>
      </p:sp>
      <p:sp>
        <p:nvSpPr>
          <p:cNvPr id="129" name="Google Shape;129;p16"/>
          <p:cNvSpPr>
            <a:spLocks noGrp="1"/>
          </p:cNvSpPr>
          <p:nvPr>
            <p:ph type="pic" idx="34"/>
          </p:nvPr>
        </p:nvSpPr>
        <p:spPr>
          <a:xfrm>
            <a:off x="2584648" y="2710225"/>
            <a:ext cx="298200" cy="360000"/>
          </a:xfrm>
          <a:prstGeom prst="rect">
            <a:avLst/>
          </a:prstGeom>
          <a:noFill/>
          <a:ln>
            <a:noFill/>
          </a:ln>
        </p:spPr>
      </p:sp>
      <p:sp>
        <p:nvSpPr>
          <p:cNvPr id="130" name="Google Shape;130;p16"/>
          <p:cNvSpPr>
            <a:spLocks noGrp="1"/>
          </p:cNvSpPr>
          <p:nvPr>
            <p:ph type="pic" idx="35"/>
          </p:nvPr>
        </p:nvSpPr>
        <p:spPr>
          <a:xfrm>
            <a:off x="2584648" y="3783725"/>
            <a:ext cx="298200" cy="360000"/>
          </a:xfrm>
          <a:prstGeom prst="rect">
            <a:avLst/>
          </a:prstGeom>
          <a:noFill/>
          <a:ln>
            <a:noFill/>
          </a:ln>
        </p:spPr>
      </p:sp>
      <p:sp>
        <p:nvSpPr>
          <p:cNvPr id="131" name="Google Shape;131;p16"/>
          <p:cNvSpPr>
            <a:spLocks noGrp="1"/>
          </p:cNvSpPr>
          <p:nvPr>
            <p:ph type="pic" idx="36"/>
          </p:nvPr>
        </p:nvSpPr>
        <p:spPr>
          <a:xfrm>
            <a:off x="2584648" y="3228600"/>
            <a:ext cx="298200" cy="360000"/>
          </a:xfrm>
          <a:prstGeom prst="rect">
            <a:avLst/>
          </a:prstGeom>
          <a:noFill/>
          <a:ln>
            <a:noFill/>
          </a:ln>
        </p:spPr>
      </p:sp>
      <p:sp>
        <p:nvSpPr>
          <p:cNvPr id="132" name="Google Shape;132;p16"/>
          <p:cNvSpPr>
            <a:spLocks noGrp="1"/>
          </p:cNvSpPr>
          <p:nvPr>
            <p:ph type="pic" idx="37"/>
          </p:nvPr>
        </p:nvSpPr>
        <p:spPr>
          <a:xfrm>
            <a:off x="2584648" y="4304850"/>
            <a:ext cx="298200" cy="360000"/>
          </a:xfrm>
          <a:prstGeom prst="rect">
            <a:avLst/>
          </a:prstGeom>
          <a:noFill/>
          <a:ln>
            <a:noFill/>
          </a:ln>
        </p:spPr>
      </p:sp>
      <p:sp>
        <p:nvSpPr>
          <p:cNvPr id="133" name="Google Shape;133;p16"/>
          <p:cNvSpPr txBox="1">
            <a:spLocks noGrp="1"/>
          </p:cNvSpPr>
          <p:nvPr>
            <p:ph type="title" idx="38"/>
          </p:nvPr>
        </p:nvSpPr>
        <p:spPr>
          <a:xfrm>
            <a:off x="2998790" y="2710225"/>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34" name="Google Shape;134;p16"/>
          <p:cNvSpPr txBox="1">
            <a:spLocks noGrp="1"/>
          </p:cNvSpPr>
          <p:nvPr>
            <p:ph type="title" idx="39"/>
          </p:nvPr>
        </p:nvSpPr>
        <p:spPr>
          <a:xfrm>
            <a:off x="2998790" y="3184375"/>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35" name="Google Shape;135;p16"/>
          <p:cNvSpPr txBox="1">
            <a:spLocks noGrp="1"/>
          </p:cNvSpPr>
          <p:nvPr>
            <p:ph type="title" idx="40"/>
          </p:nvPr>
        </p:nvSpPr>
        <p:spPr>
          <a:xfrm>
            <a:off x="2998790" y="3757475"/>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sp>
        <p:nvSpPr>
          <p:cNvPr id="136" name="Google Shape;136;p16"/>
          <p:cNvSpPr txBox="1">
            <a:spLocks noGrp="1"/>
          </p:cNvSpPr>
          <p:nvPr>
            <p:ph type="title" idx="41"/>
          </p:nvPr>
        </p:nvSpPr>
        <p:spPr>
          <a:xfrm>
            <a:off x="2998790" y="4278600"/>
            <a:ext cx="1382400" cy="461700"/>
          </a:xfrm>
          <a:prstGeom prst="rect">
            <a:avLst/>
          </a:prstGeom>
        </p:spPr>
        <p:txBody>
          <a:bodyPr spcFirstLastPara="1" wrap="square" lIns="0" tIns="0" rIns="0" bIns="0" anchor="ctr" anchorCtr="0">
            <a:noAutofit/>
          </a:bodyPr>
          <a:lstStyle>
            <a:lvl1pPr lvl="0">
              <a:spcBef>
                <a:spcPts val="0"/>
              </a:spcBef>
              <a:spcAft>
                <a:spcPts val="0"/>
              </a:spcAft>
              <a:buClr>
                <a:srgbClr val="100D25"/>
              </a:buClr>
              <a:buSzPts val="900"/>
              <a:buFont typeface="Sora Medium"/>
              <a:buNone/>
              <a:defRPr sz="900" b="0">
                <a:solidFill>
                  <a:srgbClr val="100D25"/>
                </a:solidFill>
                <a:latin typeface="Sora Medium"/>
                <a:ea typeface="Sora Medium"/>
                <a:cs typeface="Sora Medium"/>
                <a:sym typeface="Sora Medium"/>
              </a:defRPr>
            </a:lvl1pPr>
            <a:lvl2pPr lvl="1">
              <a:spcBef>
                <a:spcPts val="0"/>
              </a:spcBef>
              <a:spcAft>
                <a:spcPts val="0"/>
              </a:spcAft>
              <a:buClr>
                <a:srgbClr val="100D25"/>
              </a:buClr>
              <a:buSzPts val="900"/>
              <a:buNone/>
              <a:defRPr sz="900">
                <a:solidFill>
                  <a:srgbClr val="100D25"/>
                </a:solidFill>
              </a:defRPr>
            </a:lvl2pPr>
            <a:lvl3pPr lvl="2">
              <a:spcBef>
                <a:spcPts val="0"/>
              </a:spcBef>
              <a:spcAft>
                <a:spcPts val="0"/>
              </a:spcAft>
              <a:buClr>
                <a:srgbClr val="100D25"/>
              </a:buClr>
              <a:buSzPts val="900"/>
              <a:buNone/>
              <a:defRPr sz="900">
                <a:solidFill>
                  <a:srgbClr val="100D25"/>
                </a:solidFill>
              </a:defRPr>
            </a:lvl3pPr>
            <a:lvl4pPr lvl="3">
              <a:spcBef>
                <a:spcPts val="0"/>
              </a:spcBef>
              <a:spcAft>
                <a:spcPts val="0"/>
              </a:spcAft>
              <a:buClr>
                <a:srgbClr val="100D25"/>
              </a:buClr>
              <a:buSzPts val="900"/>
              <a:buNone/>
              <a:defRPr sz="900">
                <a:solidFill>
                  <a:srgbClr val="100D25"/>
                </a:solidFill>
              </a:defRPr>
            </a:lvl4pPr>
            <a:lvl5pPr lvl="4">
              <a:spcBef>
                <a:spcPts val="0"/>
              </a:spcBef>
              <a:spcAft>
                <a:spcPts val="0"/>
              </a:spcAft>
              <a:buClr>
                <a:srgbClr val="100D25"/>
              </a:buClr>
              <a:buSzPts val="900"/>
              <a:buNone/>
              <a:defRPr sz="900">
                <a:solidFill>
                  <a:srgbClr val="100D25"/>
                </a:solidFill>
              </a:defRPr>
            </a:lvl5pPr>
            <a:lvl6pPr lvl="5">
              <a:spcBef>
                <a:spcPts val="0"/>
              </a:spcBef>
              <a:spcAft>
                <a:spcPts val="0"/>
              </a:spcAft>
              <a:buClr>
                <a:srgbClr val="100D25"/>
              </a:buClr>
              <a:buSzPts val="900"/>
              <a:buNone/>
              <a:defRPr sz="900">
                <a:solidFill>
                  <a:srgbClr val="100D25"/>
                </a:solidFill>
              </a:defRPr>
            </a:lvl6pPr>
            <a:lvl7pPr lvl="6">
              <a:spcBef>
                <a:spcPts val="0"/>
              </a:spcBef>
              <a:spcAft>
                <a:spcPts val="0"/>
              </a:spcAft>
              <a:buClr>
                <a:srgbClr val="100D25"/>
              </a:buClr>
              <a:buSzPts val="900"/>
              <a:buNone/>
              <a:defRPr sz="900">
                <a:solidFill>
                  <a:srgbClr val="100D25"/>
                </a:solidFill>
              </a:defRPr>
            </a:lvl7pPr>
            <a:lvl8pPr lvl="7">
              <a:spcBef>
                <a:spcPts val="0"/>
              </a:spcBef>
              <a:spcAft>
                <a:spcPts val="0"/>
              </a:spcAft>
              <a:buClr>
                <a:srgbClr val="100D25"/>
              </a:buClr>
              <a:buSzPts val="900"/>
              <a:buNone/>
              <a:defRPr sz="900">
                <a:solidFill>
                  <a:srgbClr val="100D25"/>
                </a:solidFill>
              </a:defRPr>
            </a:lvl8pPr>
            <a:lvl9pPr lvl="8">
              <a:spcBef>
                <a:spcPts val="0"/>
              </a:spcBef>
              <a:spcAft>
                <a:spcPts val="0"/>
              </a:spcAft>
              <a:buClr>
                <a:srgbClr val="100D25"/>
              </a:buClr>
              <a:buSzPts val="900"/>
              <a:buNone/>
              <a:defRPr sz="900">
                <a:solidFill>
                  <a:srgbClr val="100D25"/>
                </a:solidFill>
              </a:defRPr>
            </a:lvl9pPr>
          </a:lstStyle>
          <a:p>
            <a:endParaRPr/>
          </a:p>
        </p:txBody>
      </p:sp>
      <p:pic>
        <p:nvPicPr>
          <p:cNvPr id="137" name="Google Shape;137;p16" title="N Isotype.png"/>
          <p:cNvPicPr preferRelativeResize="0"/>
          <p:nvPr/>
        </p:nvPicPr>
        <p:blipFill>
          <a:blip r:embed="rId2">
            <a:alphaModFix/>
          </a:blip>
          <a:stretch>
            <a:fillRect/>
          </a:stretch>
        </p:blipFill>
        <p:spPr>
          <a:xfrm>
            <a:off x="8839821" y="66450"/>
            <a:ext cx="236382" cy="294000"/>
          </a:xfrm>
          <a:prstGeom prst="rect">
            <a:avLst/>
          </a:prstGeom>
          <a:noFill/>
          <a:ln>
            <a:noFill/>
          </a:ln>
        </p:spPr>
      </p:pic>
      <p:sp>
        <p:nvSpPr>
          <p:cNvPr id="138" name="Google Shape;138;p16"/>
          <p:cNvSpPr txBox="1">
            <a:spLocks noGrp="1"/>
          </p:cNvSpPr>
          <p:nvPr>
            <p:ph type="sldNum" idx="12"/>
          </p:nvPr>
        </p:nvSpPr>
        <p:spPr>
          <a:xfrm>
            <a:off x="8766825" y="4849450"/>
            <a:ext cx="338700" cy="294000"/>
          </a:xfrm>
          <a:prstGeom prst="rect">
            <a:avLst/>
          </a:prstGeom>
        </p:spPr>
        <p:txBody>
          <a:bodyPr spcFirstLastPara="1" wrap="square" lIns="91425" tIns="91425" rIns="91425" bIns="91425" anchor="t" anchorCtr="0">
            <a:normAutofit/>
          </a:bodyPr>
          <a:lstStyle>
            <a:lvl1pPr lvl="0">
              <a:lnSpc>
                <a:spcPct val="80000"/>
              </a:lnSpc>
              <a:buSzPts val="770"/>
              <a:buNone/>
              <a:defRPr sz="810">
                <a:solidFill>
                  <a:srgbClr val="1C1D1E"/>
                </a:solidFill>
                <a:latin typeface="Instrument Sans"/>
                <a:ea typeface="Instrument Sans"/>
                <a:cs typeface="Instrument Sans"/>
                <a:sym typeface="Instrument Sans"/>
              </a:defRPr>
            </a:lvl1pPr>
            <a:lvl2pPr lvl="1">
              <a:lnSpc>
                <a:spcPct val="80000"/>
              </a:lnSpc>
              <a:buSzPts val="770"/>
              <a:buNone/>
              <a:defRPr sz="810">
                <a:solidFill>
                  <a:srgbClr val="1C1D1E"/>
                </a:solidFill>
                <a:latin typeface="Instrument Sans"/>
                <a:ea typeface="Instrument Sans"/>
                <a:cs typeface="Instrument Sans"/>
                <a:sym typeface="Instrument Sans"/>
              </a:defRPr>
            </a:lvl2pPr>
            <a:lvl3pPr lvl="2">
              <a:lnSpc>
                <a:spcPct val="80000"/>
              </a:lnSpc>
              <a:buSzPts val="770"/>
              <a:buNone/>
              <a:defRPr sz="810">
                <a:solidFill>
                  <a:srgbClr val="1C1D1E"/>
                </a:solidFill>
                <a:latin typeface="Instrument Sans"/>
                <a:ea typeface="Instrument Sans"/>
                <a:cs typeface="Instrument Sans"/>
                <a:sym typeface="Instrument Sans"/>
              </a:defRPr>
            </a:lvl3pPr>
            <a:lvl4pPr lvl="3">
              <a:lnSpc>
                <a:spcPct val="80000"/>
              </a:lnSpc>
              <a:buSzPts val="770"/>
              <a:buNone/>
              <a:defRPr sz="810">
                <a:solidFill>
                  <a:srgbClr val="1C1D1E"/>
                </a:solidFill>
                <a:latin typeface="Instrument Sans"/>
                <a:ea typeface="Instrument Sans"/>
                <a:cs typeface="Instrument Sans"/>
                <a:sym typeface="Instrument Sans"/>
              </a:defRPr>
            </a:lvl4pPr>
            <a:lvl5pPr lvl="4">
              <a:lnSpc>
                <a:spcPct val="80000"/>
              </a:lnSpc>
              <a:buSzPts val="770"/>
              <a:buNone/>
              <a:defRPr sz="810">
                <a:solidFill>
                  <a:srgbClr val="1C1D1E"/>
                </a:solidFill>
                <a:latin typeface="Instrument Sans"/>
                <a:ea typeface="Instrument Sans"/>
                <a:cs typeface="Instrument Sans"/>
                <a:sym typeface="Instrument Sans"/>
              </a:defRPr>
            </a:lvl5pPr>
            <a:lvl6pPr lvl="5">
              <a:lnSpc>
                <a:spcPct val="80000"/>
              </a:lnSpc>
              <a:buSzPts val="770"/>
              <a:buNone/>
              <a:defRPr sz="810">
                <a:solidFill>
                  <a:srgbClr val="1C1D1E"/>
                </a:solidFill>
                <a:latin typeface="Instrument Sans"/>
                <a:ea typeface="Instrument Sans"/>
                <a:cs typeface="Instrument Sans"/>
                <a:sym typeface="Instrument Sans"/>
              </a:defRPr>
            </a:lvl6pPr>
            <a:lvl7pPr lvl="6">
              <a:lnSpc>
                <a:spcPct val="80000"/>
              </a:lnSpc>
              <a:buSzPts val="770"/>
              <a:buNone/>
              <a:defRPr sz="810">
                <a:solidFill>
                  <a:srgbClr val="1C1D1E"/>
                </a:solidFill>
                <a:latin typeface="Instrument Sans"/>
                <a:ea typeface="Instrument Sans"/>
                <a:cs typeface="Instrument Sans"/>
                <a:sym typeface="Instrument Sans"/>
              </a:defRPr>
            </a:lvl7pPr>
            <a:lvl8pPr lvl="7">
              <a:lnSpc>
                <a:spcPct val="80000"/>
              </a:lnSpc>
              <a:buSzPts val="770"/>
              <a:buNone/>
              <a:defRPr sz="810">
                <a:solidFill>
                  <a:srgbClr val="1C1D1E"/>
                </a:solidFill>
                <a:latin typeface="Instrument Sans"/>
                <a:ea typeface="Instrument Sans"/>
                <a:cs typeface="Instrument Sans"/>
                <a:sym typeface="Instrument Sans"/>
              </a:defRPr>
            </a:lvl8pPr>
            <a:lvl9pPr lvl="8">
              <a:lnSpc>
                <a:spcPct val="80000"/>
              </a:lnSpc>
              <a:buSzPts val="770"/>
              <a:buNone/>
              <a:defRPr sz="81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ido V">
  <p:cSld name="SECTION_HEADER_1_2_1_2_2_1">
    <p:bg>
      <p:bgPr>
        <a:solidFill>
          <a:srgbClr val="FFFFFF"/>
        </a:solidFill>
        <a:effectLst/>
      </p:bgPr>
    </p:bg>
    <p:spTree>
      <p:nvGrpSpPr>
        <p:cNvPr id="1" name="Shape 139"/>
        <p:cNvGrpSpPr/>
        <p:nvPr/>
      </p:nvGrpSpPr>
      <p:grpSpPr>
        <a:xfrm>
          <a:off x="0" y="0"/>
          <a:ext cx="0" cy="0"/>
          <a:chOff x="0" y="0"/>
          <a:chExt cx="0" cy="0"/>
        </a:xfrm>
      </p:grpSpPr>
      <p:sp>
        <p:nvSpPr>
          <p:cNvPr id="140" name="Google Shape;140;p17"/>
          <p:cNvSpPr/>
          <p:nvPr/>
        </p:nvSpPr>
        <p:spPr>
          <a:xfrm>
            <a:off x="2106458" y="1632200"/>
            <a:ext cx="2346300" cy="1456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141" name="Google Shape;141;p17"/>
          <p:cNvSpPr txBox="1">
            <a:spLocks noGrp="1"/>
          </p:cNvSpPr>
          <p:nvPr>
            <p:ph type="title"/>
          </p:nvPr>
        </p:nvSpPr>
        <p:spPr>
          <a:xfrm>
            <a:off x="375425" y="986850"/>
            <a:ext cx="6774600" cy="143100"/>
          </a:xfrm>
          <a:prstGeom prst="rect">
            <a:avLst/>
          </a:prstGeom>
        </p:spPr>
        <p:txBody>
          <a:bodyPr spcFirstLastPara="1" wrap="square" lIns="0" tIns="0" rIns="0" bIns="0" anchor="t" anchorCtr="0">
            <a:noAutofit/>
          </a:bodyPr>
          <a:lstStyle>
            <a:lvl1pPr lvl="0">
              <a:spcBef>
                <a:spcPts val="0"/>
              </a:spcBef>
              <a:spcAft>
                <a:spcPts val="0"/>
              </a:spcAft>
              <a:buClr>
                <a:srgbClr val="1C1D1E"/>
              </a:buClr>
              <a:buSzPts val="1200"/>
              <a:buFont typeface="Instrument Sans"/>
              <a:buNone/>
              <a:defRPr sz="12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142" name="Google Shape;142;p17"/>
          <p:cNvSpPr txBox="1"/>
          <p:nvPr/>
        </p:nvSpPr>
        <p:spPr>
          <a:xfrm>
            <a:off x="3756570" y="2146625"/>
            <a:ext cx="638700" cy="1752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5200">
                <a:solidFill>
                  <a:srgbClr val="D13C60"/>
                </a:solidFill>
                <a:latin typeface="Manrope SemiBold"/>
                <a:ea typeface="Manrope SemiBold"/>
                <a:cs typeface="Manrope SemiBold"/>
                <a:sym typeface="Manrope SemiBold"/>
              </a:rPr>
              <a:t>0</a:t>
            </a:r>
            <a:endParaRPr sz="5200">
              <a:solidFill>
                <a:srgbClr val="D13C60"/>
              </a:solidFill>
              <a:latin typeface="Manrope SemiBold"/>
              <a:ea typeface="Manrope SemiBold"/>
              <a:cs typeface="Manrope SemiBold"/>
              <a:sym typeface="Manrope SemiBold"/>
            </a:endParaRPr>
          </a:p>
        </p:txBody>
      </p:sp>
      <p:sp>
        <p:nvSpPr>
          <p:cNvPr id="143" name="Google Shape;143;p17"/>
          <p:cNvSpPr txBox="1"/>
          <p:nvPr/>
        </p:nvSpPr>
        <p:spPr>
          <a:xfrm>
            <a:off x="2156578" y="2244175"/>
            <a:ext cx="2346300" cy="1431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800">
                <a:solidFill>
                  <a:srgbClr val="373737"/>
                </a:solidFill>
                <a:latin typeface="Manrope"/>
                <a:ea typeface="Manrope"/>
                <a:cs typeface="Manrope"/>
                <a:sym typeface="Manrope"/>
              </a:rPr>
              <a:t>ETIQUETA</a:t>
            </a:r>
            <a:endParaRPr sz="800">
              <a:solidFill>
                <a:srgbClr val="373737"/>
              </a:solidFill>
              <a:latin typeface="Manrope"/>
              <a:ea typeface="Manrope"/>
              <a:cs typeface="Manrope"/>
              <a:sym typeface="Manrope"/>
            </a:endParaRPr>
          </a:p>
        </p:txBody>
      </p:sp>
      <p:sp>
        <p:nvSpPr>
          <p:cNvPr id="144" name="Google Shape;144;p17"/>
          <p:cNvSpPr txBox="1"/>
          <p:nvPr/>
        </p:nvSpPr>
        <p:spPr>
          <a:xfrm>
            <a:off x="2156531" y="2421700"/>
            <a:ext cx="2346300" cy="143100"/>
          </a:xfrm>
          <a:prstGeom prst="rect">
            <a:avLst/>
          </a:prstGeom>
          <a:noFill/>
          <a:ln>
            <a:noFill/>
          </a:ln>
        </p:spPr>
        <p:txBody>
          <a:bodyPr spcFirstLastPara="1" wrap="square" lIns="91425" tIns="91425" rIns="91425" bIns="91425" anchor="t" anchorCtr="0">
            <a:noAutofit/>
          </a:bodyPr>
          <a:lstStyle/>
          <a:p>
            <a:pPr marL="0" lvl="0" indent="0" algn="l" rtl="0">
              <a:lnSpc>
                <a:spcPct val="7000"/>
              </a:lnSpc>
              <a:spcBef>
                <a:spcPts val="0"/>
              </a:spcBef>
              <a:spcAft>
                <a:spcPts val="0"/>
              </a:spcAft>
              <a:buNone/>
            </a:pPr>
            <a:r>
              <a:rPr lang="en-GB" sz="1000" b="1">
                <a:solidFill>
                  <a:schemeClr val="dk1"/>
                </a:solidFill>
                <a:latin typeface="Manrope"/>
                <a:ea typeface="Manrope"/>
                <a:cs typeface="Manrope"/>
                <a:sym typeface="Manrope"/>
              </a:rPr>
              <a:t>Título</a:t>
            </a:r>
            <a:endParaRPr sz="1000" b="1">
              <a:solidFill>
                <a:schemeClr val="dk1"/>
              </a:solidFill>
              <a:latin typeface="Manrope"/>
              <a:ea typeface="Manrope"/>
              <a:cs typeface="Manrope"/>
              <a:sym typeface="Manrope"/>
            </a:endParaRPr>
          </a:p>
        </p:txBody>
      </p:sp>
      <p:sp>
        <p:nvSpPr>
          <p:cNvPr id="145" name="Google Shape;145;p17"/>
          <p:cNvSpPr txBox="1"/>
          <p:nvPr/>
        </p:nvSpPr>
        <p:spPr>
          <a:xfrm>
            <a:off x="2156578" y="2501900"/>
            <a:ext cx="2346300" cy="58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1"/>
                </a:solidFill>
                <a:latin typeface="Manrope"/>
                <a:ea typeface="Manrope"/>
                <a:cs typeface="Manrope"/>
                <a:sym typeface="Manrope"/>
              </a:rPr>
              <a:t>Cuerpo de texto</a:t>
            </a:r>
            <a:endParaRPr sz="800">
              <a:solidFill>
                <a:schemeClr val="dk1"/>
              </a:solidFill>
              <a:latin typeface="Manrope"/>
              <a:ea typeface="Manrope"/>
              <a:cs typeface="Manrope"/>
              <a:sym typeface="Manrope"/>
            </a:endParaRPr>
          </a:p>
        </p:txBody>
      </p:sp>
      <p:sp>
        <p:nvSpPr>
          <p:cNvPr id="146" name="Google Shape;146;p17"/>
          <p:cNvSpPr>
            <a:spLocks noGrp="1"/>
          </p:cNvSpPr>
          <p:nvPr>
            <p:ph type="pic" idx="2"/>
          </p:nvPr>
        </p:nvSpPr>
        <p:spPr>
          <a:xfrm>
            <a:off x="375425" y="1637375"/>
            <a:ext cx="1731000" cy="1456500"/>
          </a:xfrm>
          <a:prstGeom prst="rect">
            <a:avLst/>
          </a:prstGeom>
          <a:noFill/>
          <a:ln>
            <a:noFill/>
          </a:ln>
        </p:spPr>
      </p:sp>
      <p:sp>
        <p:nvSpPr>
          <p:cNvPr id="147" name="Google Shape;147;p17"/>
          <p:cNvSpPr/>
          <p:nvPr/>
        </p:nvSpPr>
        <p:spPr>
          <a:xfrm>
            <a:off x="2106458" y="3319175"/>
            <a:ext cx="2346300" cy="1456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148" name="Google Shape;148;p17"/>
          <p:cNvSpPr txBox="1"/>
          <p:nvPr/>
        </p:nvSpPr>
        <p:spPr>
          <a:xfrm>
            <a:off x="3756570" y="3833600"/>
            <a:ext cx="638700" cy="1752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5200">
                <a:solidFill>
                  <a:srgbClr val="D13C60"/>
                </a:solidFill>
                <a:latin typeface="Manrope SemiBold"/>
                <a:ea typeface="Manrope SemiBold"/>
                <a:cs typeface="Manrope SemiBold"/>
                <a:sym typeface="Manrope SemiBold"/>
              </a:rPr>
              <a:t>0</a:t>
            </a:r>
            <a:endParaRPr sz="5200">
              <a:solidFill>
                <a:srgbClr val="D13C60"/>
              </a:solidFill>
              <a:latin typeface="Manrope SemiBold"/>
              <a:ea typeface="Manrope SemiBold"/>
              <a:cs typeface="Manrope SemiBold"/>
              <a:sym typeface="Manrope SemiBold"/>
            </a:endParaRPr>
          </a:p>
        </p:txBody>
      </p:sp>
      <p:sp>
        <p:nvSpPr>
          <p:cNvPr id="149" name="Google Shape;149;p17"/>
          <p:cNvSpPr txBox="1"/>
          <p:nvPr/>
        </p:nvSpPr>
        <p:spPr>
          <a:xfrm>
            <a:off x="2156578" y="3931150"/>
            <a:ext cx="2346300" cy="1431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800">
                <a:solidFill>
                  <a:srgbClr val="373737"/>
                </a:solidFill>
                <a:latin typeface="Manrope"/>
                <a:ea typeface="Manrope"/>
                <a:cs typeface="Manrope"/>
                <a:sym typeface="Manrope"/>
              </a:rPr>
              <a:t>ETIQUETA</a:t>
            </a:r>
            <a:endParaRPr sz="800">
              <a:solidFill>
                <a:srgbClr val="373737"/>
              </a:solidFill>
              <a:latin typeface="Manrope"/>
              <a:ea typeface="Manrope"/>
              <a:cs typeface="Manrope"/>
              <a:sym typeface="Manrope"/>
            </a:endParaRPr>
          </a:p>
        </p:txBody>
      </p:sp>
      <p:sp>
        <p:nvSpPr>
          <p:cNvPr id="150" name="Google Shape;150;p17"/>
          <p:cNvSpPr txBox="1"/>
          <p:nvPr/>
        </p:nvSpPr>
        <p:spPr>
          <a:xfrm>
            <a:off x="2156531" y="4108675"/>
            <a:ext cx="2346300" cy="143100"/>
          </a:xfrm>
          <a:prstGeom prst="rect">
            <a:avLst/>
          </a:prstGeom>
          <a:noFill/>
          <a:ln>
            <a:noFill/>
          </a:ln>
        </p:spPr>
        <p:txBody>
          <a:bodyPr spcFirstLastPara="1" wrap="square" lIns="91425" tIns="91425" rIns="91425" bIns="91425" anchor="t" anchorCtr="0">
            <a:noAutofit/>
          </a:bodyPr>
          <a:lstStyle/>
          <a:p>
            <a:pPr marL="0" lvl="0" indent="0" algn="l" rtl="0">
              <a:lnSpc>
                <a:spcPct val="7000"/>
              </a:lnSpc>
              <a:spcBef>
                <a:spcPts val="0"/>
              </a:spcBef>
              <a:spcAft>
                <a:spcPts val="0"/>
              </a:spcAft>
              <a:buNone/>
            </a:pPr>
            <a:r>
              <a:rPr lang="en-GB" sz="1000" b="1">
                <a:solidFill>
                  <a:schemeClr val="dk1"/>
                </a:solidFill>
                <a:latin typeface="Manrope"/>
                <a:ea typeface="Manrope"/>
                <a:cs typeface="Manrope"/>
                <a:sym typeface="Manrope"/>
              </a:rPr>
              <a:t>Título</a:t>
            </a:r>
            <a:endParaRPr sz="1000" b="1">
              <a:solidFill>
                <a:schemeClr val="dk1"/>
              </a:solidFill>
              <a:latin typeface="Manrope"/>
              <a:ea typeface="Manrope"/>
              <a:cs typeface="Manrope"/>
              <a:sym typeface="Manrope"/>
            </a:endParaRPr>
          </a:p>
        </p:txBody>
      </p:sp>
      <p:sp>
        <p:nvSpPr>
          <p:cNvPr id="151" name="Google Shape;151;p17"/>
          <p:cNvSpPr txBox="1"/>
          <p:nvPr/>
        </p:nvSpPr>
        <p:spPr>
          <a:xfrm>
            <a:off x="2156578" y="4188875"/>
            <a:ext cx="2346300" cy="58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1"/>
                </a:solidFill>
                <a:latin typeface="Manrope"/>
                <a:ea typeface="Manrope"/>
                <a:cs typeface="Manrope"/>
                <a:sym typeface="Manrope"/>
              </a:rPr>
              <a:t>Cuerpo de texto</a:t>
            </a:r>
            <a:endParaRPr sz="800">
              <a:solidFill>
                <a:schemeClr val="dk1"/>
              </a:solidFill>
              <a:latin typeface="Manrope"/>
              <a:ea typeface="Manrope"/>
              <a:cs typeface="Manrope"/>
              <a:sym typeface="Manrope"/>
            </a:endParaRPr>
          </a:p>
        </p:txBody>
      </p:sp>
      <p:sp>
        <p:nvSpPr>
          <p:cNvPr id="152" name="Google Shape;152;p17"/>
          <p:cNvSpPr>
            <a:spLocks noGrp="1"/>
          </p:cNvSpPr>
          <p:nvPr>
            <p:ph type="pic" idx="3"/>
          </p:nvPr>
        </p:nvSpPr>
        <p:spPr>
          <a:xfrm>
            <a:off x="375425" y="3324350"/>
            <a:ext cx="1731000" cy="1456500"/>
          </a:xfrm>
          <a:prstGeom prst="rect">
            <a:avLst/>
          </a:prstGeom>
          <a:noFill/>
          <a:ln>
            <a:noFill/>
          </a:ln>
        </p:spPr>
      </p:sp>
      <p:sp>
        <p:nvSpPr>
          <p:cNvPr id="153" name="Google Shape;153;p17"/>
          <p:cNvSpPr/>
          <p:nvPr/>
        </p:nvSpPr>
        <p:spPr>
          <a:xfrm>
            <a:off x="6374273" y="3319175"/>
            <a:ext cx="2346300" cy="1456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154" name="Google Shape;154;p17"/>
          <p:cNvSpPr txBox="1"/>
          <p:nvPr/>
        </p:nvSpPr>
        <p:spPr>
          <a:xfrm>
            <a:off x="8024384" y="3833600"/>
            <a:ext cx="638700" cy="1752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5200">
                <a:solidFill>
                  <a:srgbClr val="D13C60"/>
                </a:solidFill>
                <a:latin typeface="Manrope SemiBold"/>
                <a:ea typeface="Manrope SemiBold"/>
                <a:cs typeface="Manrope SemiBold"/>
                <a:sym typeface="Manrope SemiBold"/>
              </a:rPr>
              <a:t>0</a:t>
            </a:r>
            <a:endParaRPr sz="5200">
              <a:solidFill>
                <a:srgbClr val="D13C60"/>
              </a:solidFill>
              <a:latin typeface="Manrope SemiBold"/>
              <a:ea typeface="Manrope SemiBold"/>
              <a:cs typeface="Manrope SemiBold"/>
              <a:sym typeface="Manrope SemiBold"/>
            </a:endParaRPr>
          </a:p>
        </p:txBody>
      </p:sp>
      <p:sp>
        <p:nvSpPr>
          <p:cNvPr id="155" name="Google Shape;155;p17"/>
          <p:cNvSpPr txBox="1"/>
          <p:nvPr/>
        </p:nvSpPr>
        <p:spPr>
          <a:xfrm>
            <a:off x="6424393" y="3931150"/>
            <a:ext cx="2346300" cy="1431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800">
                <a:solidFill>
                  <a:srgbClr val="373737"/>
                </a:solidFill>
                <a:latin typeface="Manrope"/>
                <a:ea typeface="Manrope"/>
                <a:cs typeface="Manrope"/>
                <a:sym typeface="Manrope"/>
              </a:rPr>
              <a:t>ETIQUETA</a:t>
            </a:r>
            <a:endParaRPr sz="800">
              <a:solidFill>
                <a:srgbClr val="373737"/>
              </a:solidFill>
              <a:latin typeface="Manrope"/>
              <a:ea typeface="Manrope"/>
              <a:cs typeface="Manrope"/>
              <a:sym typeface="Manrope"/>
            </a:endParaRPr>
          </a:p>
        </p:txBody>
      </p:sp>
      <p:sp>
        <p:nvSpPr>
          <p:cNvPr id="156" name="Google Shape;156;p17"/>
          <p:cNvSpPr txBox="1"/>
          <p:nvPr/>
        </p:nvSpPr>
        <p:spPr>
          <a:xfrm>
            <a:off x="6424346" y="4108675"/>
            <a:ext cx="2346300" cy="143100"/>
          </a:xfrm>
          <a:prstGeom prst="rect">
            <a:avLst/>
          </a:prstGeom>
          <a:noFill/>
          <a:ln>
            <a:noFill/>
          </a:ln>
        </p:spPr>
        <p:txBody>
          <a:bodyPr spcFirstLastPara="1" wrap="square" lIns="91425" tIns="91425" rIns="91425" bIns="91425" anchor="t" anchorCtr="0">
            <a:noAutofit/>
          </a:bodyPr>
          <a:lstStyle/>
          <a:p>
            <a:pPr marL="0" lvl="0" indent="0" algn="l" rtl="0">
              <a:lnSpc>
                <a:spcPct val="7000"/>
              </a:lnSpc>
              <a:spcBef>
                <a:spcPts val="0"/>
              </a:spcBef>
              <a:spcAft>
                <a:spcPts val="0"/>
              </a:spcAft>
              <a:buNone/>
            </a:pPr>
            <a:r>
              <a:rPr lang="en-GB" sz="1000" b="1">
                <a:solidFill>
                  <a:schemeClr val="dk1"/>
                </a:solidFill>
                <a:latin typeface="Manrope"/>
                <a:ea typeface="Manrope"/>
                <a:cs typeface="Manrope"/>
                <a:sym typeface="Manrope"/>
              </a:rPr>
              <a:t>Título</a:t>
            </a:r>
            <a:endParaRPr sz="1000" b="1">
              <a:solidFill>
                <a:schemeClr val="dk1"/>
              </a:solidFill>
              <a:latin typeface="Manrope"/>
              <a:ea typeface="Manrope"/>
              <a:cs typeface="Manrope"/>
              <a:sym typeface="Manrope"/>
            </a:endParaRPr>
          </a:p>
        </p:txBody>
      </p:sp>
      <p:sp>
        <p:nvSpPr>
          <p:cNvPr id="157" name="Google Shape;157;p17"/>
          <p:cNvSpPr txBox="1"/>
          <p:nvPr/>
        </p:nvSpPr>
        <p:spPr>
          <a:xfrm>
            <a:off x="6424393" y="4188875"/>
            <a:ext cx="2346300" cy="58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1"/>
                </a:solidFill>
                <a:latin typeface="Manrope"/>
                <a:ea typeface="Manrope"/>
                <a:cs typeface="Manrope"/>
                <a:sym typeface="Manrope"/>
              </a:rPr>
              <a:t>Cuerpo de texto</a:t>
            </a:r>
            <a:endParaRPr sz="800">
              <a:solidFill>
                <a:schemeClr val="dk1"/>
              </a:solidFill>
              <a:latin typeface="Manrope"/>
              <a:ea typeface="Manrope"/>
              <a:cs typeface="Manrope"/>
              <a:sym typeface="Manrope"/>
            </a:endParaRPr>
          </a:p>
        </p:txBody>
      </p:sp>
      <p:sp>
        <p:nvSpPr>
          <p:cNvPr id="158" name="Google Shape;158;p17"/>
          <p:cNvSpPr>
            <a:spLocks noGrp="1"/>
          </p:cNvSpPr>
          <p:nvPr>
            <p:ph type="pic" idx="4"/>
          </p:nvPr>
        </p:nvSpPr>
        <p:spPr>
          <a:xfrm>
            <a:off x="4643240" y="3324350"/>
            <a:ext cx="1731000" cy="1456500"/>
          </a:xfrm>
          <a:prstGeom prst="rect">
            <a:avLst/>
          </a:prstGeom>
          <a:noFill/>
          <a:ln>
            <a:noFill/>
          </a:ln>
        </p:spPr>
      </p:sp>
      <p:sp>
        <p:nvSpPr>
          <p:cNvPr id="159" name="Google Shape;159;p17"/>
          <p:cNvSpPr/>
          <p:nvPr/>
        </p:nvSpPr>
        <p:spPr>
          <a:xfrm>
            <a:off x="6374273" y="1632200"/>
            <a:ext cx="2346300" cy="1456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160" name="Google Shape;160;p17"/>
          <p:cNvSpPr txBox="1"/>
          <p:nvPr/>
        </p:nvSpPr>
        <p:spPr>
          <a:xfrm>
            <a:off x="8024384" y="2146625"/>
            <a:ext cx="638700" cy="1752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5200">
                <a:solidFill>
                  <a:srgbClr val="D13C60"/>
                </a:solidFill>
                <a:latin typeface="Manrope SemiBold"/>
                <a:ea typeface="Manrope SemiBold"/>
                <a:cs typeface="Manrope SemiBold"/>
                <a:sym typeface="Manrope SemiBold"/>
              </a:rPr>
              <a:t>0</a:t>
            </a:r>
            <a:endParaRPr sz="5200">
              <a:solidFill>
                <a:srgbClr val="D13C60"/>
              </a:solidFill>
              <a:latin typeface="Manrope SemiBold"/>
              <a:ea typeface="Manrope SemiBold"/>
              <a:cs typeface="Manrope SemiBold"/>
              <a:sym typeface="Manrope SemiBold"/>
            </a:endParaRPr>
          </a:p>
        </p:txBody>
      </p:sp>
      <p:sp>
        <p:nvSpPr>
          <p:cNvPr id="161" name="Google Shape;161;p17"/>
          <p:cNvSpPr txBox="1"/>
          <p:nvPr/>
        </p:nvSpPr>
        <p:spPr>
          <a:xfrm>
            <a:off x="6424393" y="2244175"/>
            <a:ext cx="2346300" cy="1431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800">
                <a:solidFill>
                  <a:srgbClr val="373737"/>
                </a:solidFill>
                <a:latin typeface="Manrope"/>
                <a:ea typeface="Manrope"/>
                <a:cs typeface="Manrope"/>
                <a:sym typeface="Manrope"/>
              </a:rPr>
              <a:t>ETIQUETA</a:t>
            </a:r>
            <a:endParaRPr sz="800">
              <a:solidFill>
                <a:srgbClr val="373737"/>
              </a:solidFill>
              <a:latin typeface="Manrope"/>
              <a:ea typeface="Manrope"/>
              <a:cs typeface="Manrope"/>
              <a:sym typeface="Manrope"/>
            </a:endParaRPr>
          </a:p>
        </p:txBody>
      </p:sp>
      <p:sp>
        <p:nvSpPr>
          <p:cNvPr id="162" name="Google Shape;162;p17"/>
          <p:cNvSpPr txBox="1"/>
          <p:nvPr/>
        </p:nvSpPr>
        <p:spPr>
          <a:xfrm>
            <a:off x="6424346" y="2421700"/>
            <a:ext cx="2346300" cy="143100"/>
          </a:xfrm>
          <a:prstGeom prst="rect">
            <a:avLst/>
          </a:prstGeom>
          <a:noFill/>
          <a:ln>
            <a:noFill/>
          </a:ln>
        </p:spPr>
        <p:txBody>
          <a:bodyPr spcFirstLastPara="1" wrap="square" lIns="91425" tIns="91425" rIns="91425" bIns="91425" anchor="t" anchorCtr="0">
            <a:noAutofit/>
          </a:bodyPr>
          <a:lstStyle/>
          <a:p>
            <a:pPr marL="0" lvl="0" indent="0" algn="l" rtl="0">
              <a:lnSpc>
                <a:spcPct val="7000"/>
              </a:lnSpc>
              <a:spcBef>
                <a:spcPts val="0"/>
              </a:spcBef>
              <a:spcAft>
                <a:spcPts val="0"/>
              </a:spcAft>
              <a:buNone/>
            </a:pPr>
            <a:r>
              <a:rPr lang="en-GB" sz="1000" b="1">
                <a:solidFill>
                  <a:schemeClr val="dk1"/>
                </a:solidFill>
                <a:latin typeface="Manrope"/>
                <a:ea typeface="Manrope"/>
                <a:cs typeface="Manrope"/>
                <a:sym typeface="Manrope"/>
              </a:rPr>
              <a:t>Título</a:t>
            </a:r>
            <a:endParaRPr sz="1000" b="1">
              <a:solidFill>
                <a:schemeClr val="dk1"/>
              </a:solidFill>
              <a:latin typeface="Manrope"/>
              <a:ea typeface="Manrope"/>
              <a:cs typeface="Manrope"/>
              <a:sym typeface="Manrope"/>
            </a:endParaRPr>
          </a:p>
        </p:txBody>
      </p:sp>
      <p:sp>
        <p:nvSpPr>
          <p:cNvPr id="163" name="Google Shape;163;p17"/>
          <p:cNvSpPr txBox="1"/>
          <p:nvPr/>
        </p:nvSpPr>
        <p:spPr>
          <a:xfrm>
            <a:off x="6424393" y="2501900"/>
            <a:ext cx="2346300" cy="58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1"/>
                </a:solidFill>
                <a:latin typeface="Manrope"/>
                <a:ea typeface="Manrope"/>
                <a:cs typeface="Manrope"/>
                <a:sym typeface="Manrope"/>
              </a:rPr>
              <a:t>Cuerpo de texto</a:t>
            </a:r>
            <a:endParaRPr sz="800">
              <a:solidFill>
                <a:schemeClr val="dk1"/>
              </a:solidFill>
              <a:latin typeface="Manrope"/>
              <a:ea typeface="Manrope"/>
              <a:cs typeface="Manrope"/>
              <a:sym typeface="Manrope"/>
            </a:endParaRPr>
          </a:p>
        </p:txBody>
      </p:sp>
      <p:sp>
        <p:nvSpPr>
          <p:cNvPr id="164" name="Google Shape;164;p17"/>
          <p:cNvSpPr>
            <a:spLocks noGrp="1"/>
          </p:cNvSpPr>
          <p:nvPr>
            <p:ph type="pic" idx="5"/>
          </p:nvPr>
        </p:nvSpPr>
        <p:spPr>
          <a:xfrm>
            <a:off x="4643240" y="1637375"/>
            <a:ext cx="1731000" cy="1456500"/>
          </a:xfrm>
          <a:prstGeom prst="rect">
            <a:avLst/>
          </a:prstGeom>
          <a:noFill/>
          <a:ln>
            <a:noFill/>
          </a:ln>
        </p:spPr>
      </p:sp>
      <p:sp>
        <p:nvSpPr>
          <p:cNvPr id="165" name="Google Shape;165;p17"/>
          <p:cNvSpPr txBox="1">
            <a:spLocks noGrp="1"/>
          </p:cNvSpPr>
          <p:nvPr>
            <p:ph type="title" idx="6"/>
          </p:nvPr>
        </p:nvSpPr>
        <p:spPr>
          <a:xfrm>
            <a:off x="375425" y="451432"/>
            <a:ext cx="67746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166" name="Google Shape;166;p17"/>
          <p:cNvSpPr txBox="1">
            <a:spLocks noGrp="1"/>
          </p:cNvSpPr>
          <p:nvPr>
            <p:ph type="subTitle" idx="1"/>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accent1"/>
              </a:buClr>
              <a:buSzPts val="1300"/>
              <a:buFont typeface="Instrument Sans SemiBold"/>
              <a:buNone/>
              <a:defRPr sz="13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pic>
        <p:nvPicPr>
          <p:cNvPr id="167" name="Google Shape;167;p17" title="N Isotype.png"/>
          <p:cNvPicPr preferRelativeResize="0"/>
          <p:nvPr/>
        </p:nvPicPr>
        <p:blipFill>
          <a:blip r:embed="rId2">
            <a:alphaModFix/>
          </a:blip>
          <a:stretch>
            <a:fillRect/>
          </a:stretch>
        </p:blipFill>
        <p:spPr>
          <a:xfrm>
            <a:off x="8376360" y="248625"/>
            <a:ext cx="394276" cy="490376"/>
          </a:xfrm>
          <a:prstGeom prst="rect">
            <a:avLst/>
          </a:prstGeom>
          <a:noFill/>
          <a:ln>
            <a:noFill/>
          </a:ln>
        </p:spPr>
      </p:pic>
      <p:sp>
        <p:nvSpPr>
          <p:cNvPr id="168" name="Google Shape;168;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ido VI">
  <p:cSld name="SECTION_HEADER_1_2_1_2_2_1_1">
    <p:bg>
      <p:bgPr>
        <a:solidFill>
          <a:srgbClr val="FFFFFF"/>
        </a:solidFill>
        <a:effectLst/>
      </p:bgPr>
    </p:bg>
    <p:spTree>
      <p:nvGrpSpPr>
        <p:cNvPr id="1" name="Shape 169"/>
        <p:cNvGrpSpPr/>
        <p:nvPr/>
      </p:nvGrpSpPr>
      <p:grpSpPr>
        <a:xfrm>
          <a:off x="0" y="0"/>
          <a:ext cx="0" cy="0"/>
          <a:chOff x="0" y="0"/>
          <a:chExt cx="0" cy="0"/>
        </a:xfrm>
      </p:grpSpPr>
      <p:sp>
        <p:nvSpPr>
          <p:cNvPr id="170" name="Google Shape;170;p18"/>
          <p:cNvSpPr/>
          <p:nvPr/>
        </p:nvSpPr>
        <p:spPr>
          <a:xfrm>
            <a:off x="2093143" y="1814600"/>
            <a:ext cx="2328300" cy="30618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171" name="Google Shape;171;p18"/>
          <p:cNvSpPr txBox="1"/>
          <p:nvPr/>
        </p:nvSpPr>
        <p:spPr>
          <a:xfrm>
            <a:off x="3730561" y="2329025"/>
            <a:ext cx="633900" cy="1752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5200">
                <a:solidFill>
                  <a:srgbClr val="D13C60"/>
                </a:solidFill>
                <a:latin typeface="Manrope SemiBold"/>
                <a:ea typeface="Manrope SemiBold"/>
                <a:cs typeface="Manrope SemiBold"/>
                <a:sym typeface="Manrope SemiBold"/>
              </a:rPr>
              <a:t>0</a:t>
            </a:r>
            <a:endParaRPr sz="5200">
              <a:solidFill>
                <a:srgbClr val="D13C60"/>
              </a:solidFill>
              <a:latin typeface="Manrope SemiBold"/>
              <a:ea typeface="Manrope SemiBold"/>
              <a:cs typeface="Manrope SemiBold"/>
              <a:sym typeface="Manrope SemiBold"/>
            </a:endParaRPr>
          </a:p>
        </p:txBody>
      </p:sp>
      <p:sp>
        <p:nvSpPr>
          <p:cNvPr id="172" name="Google Shape;172;p18"/>
          <p:cNvSpPr txBox="1"/>
          <p:nvPr/>
        </p:nvSpPr>
        <p:spPr>
          <a:xfrm>
            <a:off x="2093173" y="3174552"/>
            <a:ext cx="2328300" cy="1431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1000">
                <a:solidFill>
                  <a:srgbClr val="373737"/>
                </a:solidFill>
                <a:latin typeface="Manrope"/>
                <a:ea typeface="Manrope"/>
                <a:cs typeface="Manrope"/>
                <a:sym typeface="Manrope"/>
              </a:rPr>
              <a:t>ETIQUETA</a:t>
            </a:r>
            <a:endParaRPr sz="1000">
              <a:solidFill>
                <a:srgbClr val="373737"/>
              </a:solidFill>
              <a:latin typeface="Manrope"/>
              <a:ea typeface="Manrope"/>
              <a:cs typeface="Manrope"/>
              <a:sym typeface="Manrope"/>
            </a:endParaRPr>
          </a:p>
        </p:txBody>
      </p:sp>
      <p:sp>
        <p:nvSpPr>
          <p:cNvPr id="173" name="Google Shape;173;p18"/>
          <p:cNvSpPr txBox="1"/>
          <p:nvPr/>
        </p:nvSpPr>
        <p:spPr>
          <a:xfrm>
            <a:off x="2093126" y="3407562"/>
            <a:ext cx="2328300" cy="143100"/>
          </a:xfrm>
          <a:prstGeom prst="rect">
            <a:avLst/>
          </a:prstGeom>
          <a:noFill/>
          <a:ln>
            <a:noFill/>
          </a:ln>
        </p:spPr>
        <p:txBody>
          <a:bodyPr spcFirstLastPara="1" wrap="square" lIns="91425" tIns="91425" rIns="91425" bIns="91425" anchor="t" anchorCtr="0">
            <a:noAutofit/>
          </a:bodyPr>
          <a:lstStyle/>
          <a:p>
            <a:pPr marL="0" lvl="0" indent="0" algn="l" rtl="0">
              <a:lnSpc>
                <a:spcPct val="7000"/>
              </a:lnSpc>
              <a:spcBef>
                <a:spcPts val="0"/>
              </a:spcBef>
              <a:spcAft>
                <a:spcPts val="0"/>
              </a:spcAft>
              <a:buNone/>
            </a:pPr>
            <a:r>
              <a:rPr lang="en-GB" sz="1200" b="1">
                <a:solidFill>
                  <a:schemeClr val="dk1"/>
                </a:solidFill>
                <a:latin typeface="Manrope"/>
                <a:ea typeface="Manrope"/>
                <a:cs typeface="Manrope"/>
                <a:sym typeface="Manrope"/>
              </a:rPr>
              <a:t>Título</a:t>
            </a:r>
            <a:endParaRPr sz="1200" b="1">
              <a:solidFill>
                <a:schemeClr val="dk1"/>
              </a:solidFill>
              <a:latin typeface="Manrope"/>
              <a:ea typeface="Manrope"/>
              <a:cs typeface="Manrope"/>
              <a:sym typeface="Manrope"/>
            </a:endParaRPr>
          </a:p>
        </p:txBody>
      </p:sp>
      <p:sp>
        <p:nvSpPr>
          <p:cNvPr id="174" name="Google Shape;174;p18"/>
          <p:cNvSpPr txBox="1"/>
          <p:nvPr/>
        </p:nvSpPr>
        <p:spPr>
          <a:xfrm>
            <a:off x="2093169" y="3534000"/>
            <a:ext cx="2328300" cy="134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900">
                <a:solidFill>
                  <a:schemeClr val="dk1"/>
                </a:solidFill>
                <a:latin typeface="Manrope"/>
                <a:ea typeface="Manrope"/>
                <a:cs typeface="Manrope"/>
                <a:sym typeface="Manrope"/>
              </a:rPr>
              <a:t>Cuerpo de texto</a:t>
            </a:r>
            <a:endParaRPr sz="900">
              <a:solidFill>
                <a:schemeClr val="dk1"/>
              </a:solidFill>
              <a:latin typeface="Manrope"/>
              <a:ea typeface="Manrope"/>
              <a:cs typeface="Manrope"/>
              <a:sym typeface="Manrope"/>
            </a:endParaRPr>
          </a:p>
        </p:txBody>
      </p:sp>
      <p:sp>
        <p:nvSpPr>
          <p:cNvPr id="175" name="Google Shape;175;p18"/>
          <p:cNvSpPr>
            <a:spLocks noGrp="1"/>
          </p:cNvSpPr>
          <p:nvPr>
            <p:ph type="pic" idx="2"/>
          </p:nvPr>
        </p:nvSpPr>
        <p:spPr>
          <a:xfrm>
            <a:off x="375425" y="1819775"/>
            <a:ext cx="1717800" cy="3061800"/>
          </a:xfrm>
          <a:prstGeom prst="rect">
            <a:avLst/>
          </a:prstGeom>
          <a:noFill/>
          <a:ln>
            <a:noFill/>
          </a:ln>
        </p:spPr>
      </p:sp>
      <p:sp>
        <p:nvSpPr>
          <p:cNvPr id="176" name="Google Shape;176;p18"/>
          <p:cNvSpPr/>
          <p:nvPr/>
        </p:nvSpPr>
        <p:spPr>
          <a:xfrm>
            <a:off x="6442410" y="1814600"/>
            <a:ext cx="2328300" cy="30618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177" name="Google Shape;177;p18"/>
          <p:cNvSpPr txBox="1"/>
          <p:nvPr/>
        </p:nvSpPr>
        <p:spPr>
          <a:xfrm>
            <a:off x="8079829" y="2329025"/>
            <a:ext cx="633900" cy="1752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5200">
                <a:solidFill>
                  <a:srgbClr val="D13C60"/>
                </a:solidFill>
                <a:latin typeface="Manrope SemiBold"/>
                <a:ea typeface="Manrope SemiBold"/>
                <a:cs typeface="Manrope SemiBold"/>
                <a:sym typeface="Manrope SemiBold"/>
              </a:rPr>
              <a:t>0</a:t>
            </a:r>
            <a:endParaRPr sz="5200">
              <a:solidFill>
                <a:srgbClr val="D13C60"/>
              </a:solidFill>
              <a:latin typeface="Manrope SemiBold"/>
              <a:ea typeface="Manrope SemiBold"/>
              <a:cs typeface="Manrope SemiBold"/>
              <a:sym typeface="Manrope SemiBold"/>
            </a:endParaRPr>
          </a:p>
        </p:txBody>
      </p:sp>
      <p:sp>
        <p:nvSpPr>
          <p:cNvPr id="178" name="Google Shape;178;p18"/>
          <p:cNvSpPr txBox="1"/>
          <p:nvPr/>
        </p:nvSpPr>
        <p:spPr>
          <a:xfrm>
            <a:off x="6442440" y="3174552"/>
            <a:ext cx="2328300" cy="1431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1000">
                <a:solidFill>
                  <a:srgbClr val="373737"/>
                </a:solidFill>
                <a:latin typeface="Manrope"/>
                <a:ea typeface="Manrope"/>
                <a:cs typeface="Manrope"/>
                <a:sym typeface="Manrope"/>
              </a:rPr>
              <a:t>ETIQUETA</a:t>
            </a:r>
            <a:endParaRPr sz="1000">
              <a:solidFill>
                <a:srgbClr val="373737"/>
              </a:solidFill>
              <a:latin typeface="Manrope"/>
              <a:ea typeface="Manrope"/>
              <a:cs typeface="Manrope"/>
              <a:sym typeface="Manrope"/>
            </a:endParaRPr>
          </a:p>
        </p:txBody>
      </p:sp>
      <p:sp>
        <p:nvSpPr>
          <p:cNvPr id="179" name="Google Shape;179;p18"/>
          <p:cNvSpPr txBox="1"/>
          <p:nvPr/>
        </p:nvSpPr>
        <p:spPr>
          <a:xfrm>
            <a:off x="6442394" y="3407562"/>
            <a:ext cx="2328300" cy="143100"/>
          </a:xfrm>
          <a:prstGeom prst="rect">
            <a:avLst/>
          </a:prstGeom>
          <a:noFill/>
          <a:ln>
            <a:noFill/>
          </a:ln>
        </p:spPr>
        <p:txBody>
          <a:bodyPr spcFirstLastPara="1" wrap="square" lIns="91425" tIns="91425" rIns="91425" bIns="91425" anchor="t" anchorCtr="0">
            <a:noAutofit/>
          </a:bodyPr>
          <a:lstStyle/>
          <a:p>
            <a:pPr marL="0" lvl="0" indent="0" algn="l" rtl="0">
              <a:lnSpc>
                <a:spcPct val="7000"/>
              </a:lnSpc>
              <a:spcBef>
                <a:spcPts val="0"/>
              </a:spcBef>
              <a:spcAft>
                <a:spcPts val="0"/>
              </a:spcAft>
              <a:buNone/>
            </a:pPr>
            <a:r>
              <a:rPr lang="en-GB" sz="1200" b="1">
                <a:solidFill>
                  <a:schemeClr val="dk1"/>
                </a:solidFill>
                <a:latin typeface="Manrope"/>
                <a:ea typeface="Manrope"/>
                <a:cs typeface="Manrope"/>
                <a:sym typeface="Manrope"/>
              </a:rPr>
              <a:t>Título</a:t>
            </a:r>
            <a:endParaRPr sz="1200" b="1">
              <a:solidFill>
                <a:schemeClr val="dk1"/>
              </a:solidFill>
              <a:latin typeface="Manrope"/>
              <a:ea typeface="Manrope"/>
              <a:cs typeface="Manrope"/>
              <a:sym typeface="Manrope"/>
            </a:endParaRPr>
          </a:p>
        </p:txBody>
      </p:sp>
      <p:sp>
        <p:nvSpPr>
          <p:cNvPr id="180" name="Google Shape;180;p18"/>
          <p:cNvSpPr txBox="1"/>
          <p:nvPr/>
        </p:nvSpPr>
        <p:spPr>
          <a:xfrm>
            <a:off x="6442436" y="3534000"/>
            <a:ext cx="2328300" cy="134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900">
                <a:solidFill>
                  <a:schemeClr val="dk1"/>
                </a:solidFill>
                <a:latin typeface="Manrope"/>
                <a:ea typeface="Manrope"/>
                <a:cs typeface="Manrope"/>
                <a:sym typeface="Manrope"/>
              </a:rPr>
              <a:t>Cuerpo de texto</a:t>
            </a:r>
            <a:endParaRPr sz="900">
              <a:solidFill>
                <a:schemeClr val="dk1"/>
              </a:solidFill>
              <a:latin typeface="Manrope"/>
              <a:ea typeface="Manrope"/>
              <a:cs typeface="Manrope"/>
              <a:sym typeface="Manrope"/>
            </a:endParaRPr>
          </a:p>
        </p:txBody>
      </p:sp>
      <p:sp>
        <p:nvSpPr>
          <p:cNvPr id="181" name="Google Shape;181;p18"/>
          <p:cNvSpPr>
            <a:spLocks noGrp="1"/>
          </p:cNvSpPr>
          <p:nvPr>
            <p:ph type="pic" idx="3"/>
          </p:nvPr>
        </p:nvSpPr>
        <p:spPr>
          <a:xfrm>
            <a:off x="4724692" y="1819775"/>
            <a:ext cx="1717800" cy="3061800"/>
          </a:xfrm>
          <a:prstGeom prst="rect">
            <a:avLst/>
          </a:prstGeom>
          <a:noFill/>
          <a:ln>
            <a:noFill/>
          </a:ln>
        </p:spPr>
      </p:sp>
      <p:pic>
        <p:nvPicPr>
          <p:cNvPr id="182" name="Google Shape;182;p18" title="N Isotype.png"/>
          <p:cNvPicPr preferRelativeResize="0"/>
          <p:nvPr/>
        </p:nvPicPr>
        <p:blipFill>
          <a:blip r:embed="rId2">
            <a:alphaModFix/>
          </a:blip>
          <a:stretch>
            <a:fillRect/>
          </a:stretch>
        </p:blipFill>
        <p:spPr>
          <a:xfrm>
            <a:off x="8376360" y="248625"/>
            <a:ext cx="394276" cy="490376"/>
          </a:xfrm>
          <a:prstGeom prst="rect">
            <a:avLst/>
          </a:prstGeom>
          <a:noFill/>
          <a:ln>
            <a:noFill/>
          </a:ln>
        </p:spPr>
      </p:pic>
      <p:sp>
        <p:nvSpPr>
          <p:cNvPr id="183" name="Google Shape;183;p18"/>
          <p:cNvSpPr txBox="1">
            <a:spLocks noGrp="1"/>
          </p:cNvSpPr>
          <p:nvPr>
            <p:ph type="title"/>
          </p:nvPr>
        </p:nvSpPr>
        <p:spPr>
          <a:xfrm>
            <a:off x="375425" y="986850"/>
            <a:ext cx="6774600" cy="143100"/>
          </a:xfrm>
          <a:prstGeom prst="rect">
            <a:avLst/>
          </a:prstGeom>
        </p:spPr>
        <p:txBody>
          <a:bodyPr spcFirstLastPara="1" wrap="square" lIns="0" tIns="0" rIns="0" bIns="0" anchor="t" anchorCtr="0">
            <a:noAutofit/>
          </a:bodyPr>
          <a:lstStyle>
            <a:lvl1pPr lvl="0">
              <a:spcBef>
                <a:spcPts val="0"/>
              </a:spcBef>
              <a:spcAft>
                <a:spcPts val="0"/>
              </a:spcAft>
              <a:buClr>
                <a:srgbClr val="1C1D1E"/>
              </a:buClr>
              <a:buSzPts val="1200"/>
              <a:buFont typeface="Instrument Sans"/>
              <a:buNone/>
              <a:defRPr sz="12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184" name="Google Shape;184;p18"/>
          <p:cNvSpPr txBox="1">
            <a:spLocks noGrp="1"/>
          </p:cNvSpPr>
          <p:nvPr>
            <p:ph type="title" idx="4"/>
          </p:nvPr>
        </p:nvSpPr>
        <p:spPr>
          <a:xfrm>
            <a:off x="375425" y="451432"/>
            <a:ext cx="67746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185" name="Google Shape;185;p18"/>
          <p:cNvSpPr txBox="1">
            <a:spLocks noGrp="1"/>
          </p:cNvSpPr>
          <p:nvPr>
            <p:ph type="subTitle" idx="1"/>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accent1"/>
              </a:buClr>
              <a:buSzPts val="1300"/>
              <a:buFont typeface="Instrument Sans SemiBold"/>
              <a:buNone/>
              <a:defRPr sz="13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186" name="Google Shape;186;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ido VII">
  <p:cSld name="SECTION_HEADER_1_2_1_2_2_1_1_2">
    <p:bg>
      <p:bgPr>
        <a:solidFill>
          <a:srgbClr val="FFFFFF"/>
        </a:solidFill>
        <a:effectLst/>
      </p:bgPr>
    </p:bg>
    <p:spTree>
      <p:nvGrpSpPr>
        <p:cNvPr id="1" name="Shape 187"/>
        <p:cNvGrpSpPr/>
        <p:nvPr/>
      </p:nvGrpSpPr>
      <p:grpSpPr>
        <a:xfrm>
          <a:off x="0" y="0"/>
          <a:ext cx="0" cy="0"/>
          <a:chOff x="0" y="0"/>
          <a:chExt cx="0" cy="0"/>
        </a:xfrm>
      </p:grpSpPr>
      <p:sp>
        <p:nvSpPr>
          <p:cNvPr id="188" name="Google Shape;188;p19"/>
          <p:cNvSpPr/>
          <p:nvPr/>
        </p:nvSpPr>
        <p:spPr>
          <a:xfrm rot="5400000">
            <a:off x="1520194" y="2160750"/>
            <a:ext cx="1610400" cy="38997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189" name="Google Shape;189;p19"/>
          <p:cNvSpPr txBox="1"/>
          <p:nvPr/>
        </p:nvSpPr>
        <p:spPr>
          <a:xfrm>
            <a:off x="3487372" y="3800268"/>
            <a:ext cx="777600" cy="1752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5200">
                <a:solidFill>
                  <a:srgbClr val="D13C60"/>
                </a:solidFill>
                <a:latin typeface="Manrope SemiBold"/>
                <a:ea typeface="Manrope SemiBold"/>
                <a:cs typeface="Manrope SemiBold"/>
                <a:sym typeface="Manrope SemiBold"/>
              </a:rPr>
              <a:t>0</a:t>
            </a:r>
            <a:endParaRPr sz="5200">
              <a:solidFill>
                <a:srgbClr val="D13C60"/>
              </a:solidFill>
              <a:latin typeface="Manrope SemiBold"/>
              <a:ea typeface="Manrope SemiBold"/>
              <a:cs typeface="Manrope SemiBold"/>
              <a:sym typeface="Manrope SemiBold"/>
            </a:endParaRPr>
          </a:p>
        </p:txBody>
      </p:sp>
      <p:sp>
        <p:nvSpPr>
          <p:cNvPr id="190" name="Google Shape;190;p19"/>
          <p:cNvSpPr txBox="1"/>
          <p:nvPr/>
        </p:nvSpPr>
        <p:spPr>
          <a:xfrm>
            <a:off x="489108" y="3512777"/>
            <a:ext cx="2856000" cy="1431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1000">
                <a:solidFill>
                  <a:srgbClr val="373737"/>
                </a:solidFill>
                <a:latin typeface="Manrope"/>
                <a:ea typeface="Manrope"/>
                <a:cs typeface="Manrope"/>
                <a:sym typeface="Manrope"/>
              </a:rPr>
              <a:t>ETIQUETA</a:t>
            </a:r>
            <a:endParaRPr sz="1000">
              <a:solidFill>
                <a:srgbClr val="373737"/>
              </a:solidFill>
              <a:latin typeface="Manrope"/>
              <a:ea typeface="Manrope"/>
              <a:cs typeface="Manrope"/>
              <a:sym typeface="Manrope"/>
            </a:endParaRPr>
          </a:p>
        </p:txBody>
      </p:sp>
      <p:sp>
        <p:nvSpPr>
          <p:cNvPr id="191" name="Google Shape;191;p19"/>
          <p:cNvSpPr txBox="1"/>
          <p:nvPr/>
        </p:nvSpPr>
        <p:spPr>
          <a:xfrm>
            <a:off x="460503" y="3726800"/>
            <a:ext cx="3786300" cy="114600"/>
          </a:xfrm>
          <a:prstGeom prst="rect">
            <a:avLst/>
          </a:prstGeom>
          <a:noFill/>
          <a:ln>
            <a:noFill/>
          </a:ln>
        </p:spPr>
        <p:txBody>
          <a:bodyPr spcFirstLastPara="1" wrap="square" lIns="91425" tIns="91425" rIns="91425" bIns="91425" anchor="t" anchorCtr="0">
            <a:noAutofit/>
          </a:bodyPr>
          <a:lstStyle/>
          <a:p>
            <a:pPr marL="0" lvl="0" indent="0" algn="l" rtl="0">
              <a:lnSpc>
                <a:spcPct val="7000"/>
              </a:lnSpc>
              <a:spcBef>
                <a:spcPts val="0"/>
              </a:spcBef>
              <a:spcAft>
                <a:spcPts val="0"/>
              </a:spcAft>
              <a:buNone/>
            </a:pPr>
            <a:r>
              <a:rPr lang="en-GB" sz="1200" b="1">
                <a:solidFill>
                  <a:schemeClr val="dk1"/>
                </a:solidFill>
                <a:latin typeface="Manrope"/>
                <a:ea typeface="Manrope"/>
                <a:cs typeface="Manrope"/>
                <a:sym typeface="Manrope"/>
              </a:rPr>
              <a:t>Título</a:t>
            </a:r>
            <a:endParaRPr sz="1200" b="1">
              <a:solidFill>
                <a:schemeClr val="dk1"/>
              </a:solidFill>
              <a:latin typeface="Manrope"/>
              <a:ea typeface="Manrope"/>
              <a:cs typeface="Manrope"/>
              <a:sym typeface="Manrope"/>
            </a:endParaRPr>
          </a:p>
        </p:txBody>
      </p:sp>
      <p:sp>
        <p:nvSpPr>
          <p:cNvPr id="192" name="Google Shape;192;p19"/>
          <p:cNvSpPr txBox="1"/>
          <p:nvPr/>
        </p:nvSpPr>
        <p:spPr>
          <a:xfrm>
            <a:off x="489103" y="3841400"/>
            <a:ext cx="3698400" cy="10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900">
                <a:solidFill>
                  <a:schemeClr val="dk1"/>
                </a:solidFill>
                <a:latin typeface="Manrope"/>
                <a:ea typeface="Manrope"/>
                <a:cs typeface="Manrope"/>
                <a:sym typeface="Manrope"/>
              </a:rPr>
              <a:t>Cuerpo de texto</a:t>
            </a:r>
            <a:endParaRPr sz="900">
              <a:solidFill>
                <a:schemeClr val="dk1"/>
              </a:solidFill>
              <a:latin typeface="Manrope"/>
              <a:ea typeface="Manrope"/>
              <a:cs typeface="Manrope"/>
              <a:sym typeface="Manrope"/>
            </a:endParaRPr>
          </a:p>
        </p:txBody>
      </p:sp>
      <p:sp>
        <p:nvSpPr>
          <p:cNvPr id="193" name="Google Shape;193;p19"/>
          <p:cNvSpPr>
            <a:spLocks noGrp="1"/>
          </p:cNvSpPr>
          <p:nvPr>
            <p:ph type="pic" idx="2"/>
          </p:nvPr>
        </p:nvSpPr>
        <p:spPr>
          <a:xfrm rot="5400000">
            <a:off x="1498144" y="550150"/>
            <a:ext cx="1654500" cy="3899700"/>
          </a:xfrm>
          <a:prstGeom prst="rect">
            <a:avLst/>
          </a:prstGeom>
          <a:noFill/>
          <a:ln>
            <a:noFill/>
          </a:ln>
        </p:spPr>
      </p:sp>
      <p:sp>
        <p:nvSpPr>
          <p:cNvPr id="194" name="Google Shape;194;p19"/>
          <p:cNvSpPr/>
          <p:nvPr/>
        </p:nvSpPr>
        <p:spPr>
          <a:xfrm rot="5400000">
            <a:off x="6015575" y="2160750"/>
            <a:ext cx="1610400" cy="38997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195" name="Google Shape;195;p19"/>
          <p:cNvSpPr txBox="1"/>
          <p:nvPr/>
        </p:nvSpPr>
        <p:spPr>
          <a:xfrm>
            <a:off x="7982753" y="3800268"/>
            <a:ext cx="777600" cy="1752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5200">
                <a:solidFill>
                  <a:srgbClr val="D13C60"/>
                </a:solidFill>
                <a:latin typeface="Manrope SemiBold"/>
                <a:ea typeface="Manrope SemiBold"/>
                <a:cs typeface="Manrope SemiBold"/>
                <a:sym typeface="Manrope SemiBold"/>
              </a:rPr>
              <a:t>0</a:t>
            </a:r>
            <a:endParaRPr sz="5200">
              <a:solidFill>
                <a:srgbClr val="D13C60"/>
              </a:solidFill>
              <a:latin typeface="Manrope SemiBold"/>
              <a:ea typeface="Manrope SemiBold"/>
              <a:cs typeface="Manrope SemiBold"/>
              <a:sym typeface="Manrope SemiBold"/>
            </a:endParaRPr>
          </a:p>
        </p:txBody>
      </p:sp>
      <p:sp>
        <p:nvSpPr>
          <p:cNvPr id="196" name="Google Shape;196;p19"/>
          <p:cNvSpPr txBox="1"/>
          <p:nvPr/>
        </p:nvSpPr>
        <p:spPr>
          <a:xfrm>
            <a:off x="4984488" y="3512777"/>
            <a:ext cx="2856000" cy="1431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1000">
                <a:solidFill>
                  <a:srgbClr val="373737"/>
                </a:solidFill>
                <a:latin typeface="Manrope"/>
                <a:ea typeface="Manrope"/>
                <a:cs typeface="Manrope"/>
                <a:sym typeface="Manrope"/>
              </a:rPr>
              <a:t>ETIQUETA</a:t>
            </a:r>
            <a:endParaRPr sz="1000">
              <a:solidFill>
                <a:srgbClr val="373737"/>
              </a:solidFill>
              <a:latin typeface="Manrope"/>
              <a:ea typeface="Manrope"/>
              <a:cs typeface="Manrope"/>
              <a:sym typeface="Manrope"/>
            </a:endParaRPr>
          </a:p>
        </p:txBody>
      </p:sp>
      <p:sp>
        <p:nvSpPr>
          <p:cNvPr id="197" name="Google Shape;197;p19"/>
          <p:cNvSpPr txBox="1"/>
          <p:nvPr/>
        </p:nvSpPr>
        <p:spPr>
          <a:xfrm>
            <a:off x="4955884" y="3726800"/>
            <a:ext cx="3786300" cy="114600"/>
          </a:xfrm>
          <a:prstGeom prst="rect">
            <a:avLst/>
          </a:prstGeom>
          <a:noFill/>
          <a:ln>
            <a:noFill/>
          </a:ln>
        </p:spPr>
        <p:txBody>
          <a:bodyPr spcFirstLastPara="1" wrap="square" lIns="91425" tIns="91425" rIns="91425" bIns="91425" anchor="t" anchorCtr="0">
            <a:noAutofit/>
          </a:bodyPr>
          <a:lstStyle/>
          <a:p>
            <a:pPr marL="0" lvl="0" indent="0" algn="l" rtl="0">
              <a:lnSpc>
                <a:spcPct val="7000"/>
              </a:lnSpc>
              <a:spcBef>
                <a:spcPts val="0"/>
              </a:spcBef>
              <a:spcAft>
                <a:spcPts val="0"/>
              </a:spcAft>
              <a:buNone/>
            </a:pPr>
            <a:r>
              <a:rPr lang="en-GB" sz="1200" b="1">
                <a:solidFill>
                  <a:schemeClr val="dk1"/>
                </a:solidFill>
                <a:latin typeface="Manrope"/>
                <a:ea typeface="Manrope"/>
                <a:cs typeface="Manrope"/>
                <a:sym typeface="Manrope"/>
              </a:rPr>
              <a:t>Título</a:t>
            </a:r>
            <a:endParaRPr sz="1200" b="1">
              <a:solidFill>
                <a:schemeClr val="dk1"/>
              </a:solidFill>
              <a:latin typeface="Manrope"/>
              <a:ea typeface="Manrope"/>
              <a:cs typeface="Manrope"/>
              <a:sym typeface="Manrope"/>
            </a:endParaRPr>
          </a:p>
        </p:txBody>
      </p:sp>
      <p:sp>
        <p:nvSpPr>
          <p:cNvPr id="198" name="Google Shape;198;p19"/>
          <p:cNvSpPr txBox="1"/>
          <p:nvPr/>
        </p:nvSpPr>
        <p:spPr>
          <a:xfrm>
            <a:off x="4984484" y="3841400"/>
            <a:ext cx="3698400" cy="10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900">
                <a:solidFill>
                  <a:schemeClr val="dk1"/>
                </a:solidFill>
                <a:latin typeface="Manrope"/>
                <a:ea typeface="Manrope"/>
                <a:cs typeface="Manrope"/>
                <a:sym typeface="Manrope"/>
              </a:rPr>
              <a:t>Cuerpo de texto</a:t>
            </a:r>
            <a:endParaRPr sz="900">
              <a:solidFill>
                <a:schemeClr val="dk1"/>
              </a:solidFill>
              <a:latin typeface="Manrope"/>
              <a:ea typeface="Manrope"/>
              <a:cs typeface="Manrope"/>
              <a:sym typeface="Manrope"/>
            </a:endParaRPr>
          </a:p>
        </p:txBody>
      </p:sp>
      <p:sp>
        <p:nvSpPr>
          <p:cNvPr id="199" name="Google Shape;199;p19"/>
          <p:cNvSpPr>
            <a:spLocks noGrp="1"/>
          </p:cNvSpPr>
          <p:nvPr>
            <p:ph type="pic" idx="3"/>
          </p:nvPr>
        </p:nvSpPr>
        <p:spPr>
          <a:xfrm rot="5400000">
            <a:off x="5993525" y="550150"/>
            <a:ext cx="1654500" cy="3899700"/>
          </a:xfrm>
          <a:prstGeom prst="rect">
            <a:avLst/>
          </a:prstGeom>
          <a:noFill/>
          <a:ln>
            <a:noFill/>
          </a:ln>
        </p:spPr>
      </p:sp>
      <p:pic>
        <p:nvPicPr>
          <p:cNvPr id="200" name="Google Shape;200;p19" title="N Isotype.png"/>
          <p:cNvPicPr preferRelativeResize="0"/>
          <p:nvPr/>
        </p:nvPicPr>
        <p:blipFill>
          <a:blip r:embed="rId2">
            <a:alphaModFix/>
          </a:blip>
          <a:stretch>
            <a:fillRect/>
          </a:stretch>
        </p:blipFill>
        <p:spPr>
          <a:xfrm>
            <a:off x="8376360" y="248625"/>
            <a:ext cx="394276" cy="490376"/>
          </a:xfrm>
          <a:prstGeom prst="rect">
            <a:avLst/>
          </a:prstGeom>
          <a:noFill/>
          <a:ln>
            <a:noFill/>
          </a:ln>
        </p:spPr>
      </p:pic>
      <p:sp>
        <p:nvSpPr>
          <p:cNvPr id="201" name="Google Shape;201;p19"/>
          <p:cNvSpPr txBox="1">
            <a:spLocks noGrp="1"/>
          </p:cNvSpPr>
          <p:nvPr>
            <p:ph type="title"/>
          </p:nvPr>
        </p:nvSpPr>
        <p:spPr>
          <a:xfrm>
            <a:off x="375425" y="986850"/>
            <a:ext cx="6774600" cy="143100"/>
          </a:xfrm>
          <a:prstGeom prst="rect">
            <a:avLst/>
          </a:prstGeom>
        </p:spPr>
        <p:txBody>
          <a:bodyPr spcFirstLastPara="1" wrap="square" lIns="0" tIns="0" rIns="0" bIns="0" anchor="t" anchorCtr="0">
            <a:noAutofit/>
          </a:bodyPr>
          <a:lstStyle>
            <a:lvl1pPr lvl="0">
              <a:spcBef>
                <a:spcPts val="0"/>
              </a:spcBef>
              <a:spcAft>
                <a:spcPts val="0"/>
              </a:spcAft>
              <a:buClr>
                <a:srgbClr val="1C1D1E"/>
              </a:buClr>
              <a:buSzPts val="1200"/>
              <a:buFont typeface="Instrument Sans"/>
              <a:buNone/>
              <a:defRPr sz="12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202" name="Google Shape;202;p19"/>
          <p:cNvSpPr txBox="1">
            <a:spLocks noGrp="1"/>
          </p:cNvSpPr>
          <p:nvPr>
            <p:ph type="title" idx="4"/>
          </p:nvPr>
        </p:nvSpPr>
        <p:spPr>
          <a:xfrm>
            <a:off x="375425" y="451432"/>
            <a:ext cx="67746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203" name="Google Shape;203;p19"/>
          <p:cNvSpPr txBox="1">
            <a:spLocks noGrp="1"/>
          </p:cNvSpPr>
          <p:nvPr>
            <p:ph type="subTitle" idx="1"/>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accent1"/>
              </a:buClr>
              <a:buSzPts val="1300"/>
              <a:buFont typeface="Instrument Sans SemiBold"/>
              <a:buNone/>
              <a:defRPr sz="13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204" name="Google Shape;204;p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ido VIII">
  <p:cSld name="SECTION_HEADER_1_2_1_1_1_1">
    <p:bg>
      <p:bgPr>
        <a:solidFill>
          <a:srgbClr val="FFFFFF"/>
        </a:solidFill>
        <a:effectLst/>
      </p:bgPr>
    </p:bg>
    <p:spTree>
      <p:nvGrpSpPr>
        <p:cNvPr id="1" name="Shape 205"/>
        <p:cNvGrpSpPr/>
        <p:nvPr/>
      </p:nvGrpSpPr>
      <p:grpSpPr>
        <a:xfrm>
          <a:off x="0" y="0"/>
          <a:ext cx="0" cy="0"/>
          <a:chOff x="0" y="0"/>
          <a:chExt cx="0" cy="0"/>
        </a:xfrm>
      </p:grpSpPr>
      <p:sp>
        <p:nvSpPr>
          <p:cNvPr id="206" name="Google Shape;206;p20"/>
          <p:cNvSpPr txBox="1">
            <a:spLocks noGrp="1"/>
          </p:cNvSpPr>
          <p:nvPr>
            <p:ph type="title"/>
          </p:nvPr>
        </p:nvSpPr>
        <p:spPr>
          <a:xfrm>
            <a:off x="375425" y="4670350"/>
            <a:ext cx="8395200" cy="185700"/>
          </a:xfrm>
          <a:prstGeom prst="rect">
            <a:avLst/>
          </a:prstGeom>
        </p:spPr>
        <p:txBody>
          <a:bodyPr spcFirstLastPara="1" wrap="square" lIns="0" tIns="0" rIns="0" bIns="0" anchor="b" anchorCtr="0">
            <a:noAutofit/>
          </a:bodyPr>
          <a:lstStyle>
            <a:lvl1pPr lvl="0">
              <a:spcBef>
                <a:spcPts val="0"/>
              </a:spcBef>
              <a:spcAft>
                <a:spcPts val="0"/>
              </a:spcAft>
              <a:buClr>
                <a:srgbClr val="1C1D1E"/>
              </a:buClr>
              <a:buSzPts val="1600"/>
              <a:buFont typeface="Sora SemiBold"/>
              <a:buNone/>
              <a:defRPr sz="1600" b="0">
                <a:solidFill>
                  <a:srgbClr val="1C1D1E"/>
                </a:solidFill>
                <a:latin typeface="Sora SemiBold"/>
                <a:ea typeface="Sora SemiBold"/>
                <a:cs typeface="Sora SemiBold"/>
                <a:sym typeface="Sora SemiBold"/>
              </a:defRPr>
            </a:lvl1pPr>
            <a:lvl2pPr lvl="1">
              <a:spcBef>
                <a:spcPts val="0"/>
              </a:spcBef>
              <a:spcAft>
                <a:spcPts val="0"/>
              </a:spcAft>
              <a:buClr>
                <a:srgbClr val="1C1D1E"/>
              </a:buClr>
              <a:buSzPts val="1600"/>
              <a:buNone/>
              <a:defRPr sz="1600">
                <a:solidFill>
                  <a:srgbClr val="1C1D1E"/>
                </a:solidFill>
              </a:defRPr>
            </a:lvl2pPr>
            <a:lvl3pPr lvl="2">
              <a:spcBef>
                <a:spcPts val="0"/>
              </a:spcBef>
              <a:spcAft>
                <a:spcPts val="0"/>
              </a:spcAft>
              <a:buClr>
                <a:srgbClr val="1C1D1E"/>
              </a:buClr>
              <a:buSzPts val="1600"/>
              <a:buNone/>
              <a:defRPr sz="1600">
                <a:solidFill>
                  <a:srgbClr val="1C1D1E"/>
                </a:solidFill>
              </a:defRPr>
            </a:lvl3pPr>
            <a:lvl4pPr lvl="3">
              <a:spcBef>
                <a:spcPts val="0"/>
              </a:spcBef>
              <a:spcAft>
                <a:spcPts val="0"/>
              </a:spcAft>
              <a:buClr>
                <a:srgbClr val="1C1D1E"/>
              </a:buClr>
              <a:buSzPts val="1600"/>
              <a:buNone/>
              <a:defRPr sz="1600">
                <a:solidFill>
                  <a:srgbClr val="1C1D1E"/>
                </a:solidFill>
              </a:defRPr>
            </a:lvl4pPr>
            <a:lvl5pPr lvl="4">
              <a:spcBef>
                <a:spcPts val="0"/>
              </a:spcBef>
              <a:spcAft>
                <a:spcPts val="0"/>
              </a:spcAft>
              <a:buClr>
                <a:srgbClr val="1C1D1E"/>
              </a:buClr>
              <a:buSzPts val="1600"/>
              <a:buNone/>
              <a:defRPr sz="1600">
                <a:solidFill>
                  <a:srgbClr val="1C1D1E"/>
                </a:solidFill>
              </a:defRPr>
            </a:lvl5pPr>
            <a:lvl6pPr lvl="5">
              <a:spcBef>
                <a:spcPts val="0"/>
              </a:spcBef>
              <a:spcAft>
                <a:spcPts val="0"/>
              </a:spcAft>
              <a:buClr>
                <a:srgbClr val="1C1D1E"/>
              </a:buClr>
              <a:buSzPts val="1600"/>
              <a:buNone/>
              <a:defRPr sz="1600">
                <a:solidFill>
                  <a:srgbClr val="1C1D1E"/>
                </a:solidFill>
              </a:defRPr>
            </a:lvl6pPr>
            <a:lvl7pPr lvl="6">
              <a:spcBef>
                <a:spcPts val="0"/>
              </a:spcBef>
              <a:spcAft>
                <a:spcPts val="0"/>
              </a:spcAft>
              <a:buClr>
                <a:srgbClr val="1C1D1E"/>
              </a:buClr>
              <a:buSzPts val="1600"/>
              <a:buNone/>
              <a:defRPr sz="1600">
                <a:solidFill>
                  <a:srgbClr val="1C1D1E"/>
                </a:solidFill>
              </a:defRPr>
            </a:lvl7pPr>
            <a:lvl8pPr lvl="7">
              <a:spcBef>
                <a:spcPts val="0"/>
              </a:spcBef>
              <a:spcAft>
                <a:spcPts val="0"/>
              </a:spcAft>
              <a:buClr>
                <a:srgbClr val="1C1D1E"/>
              </a:buClr>
              <a:buSzPts val="1600"/>
              <a:buNone/>
              <a:defRPr sz="1600">
                <a:solidFill>
                  <a:srgbClr val="1C1D1E"/>
                </a:solidFill>
              </a:defRPr>
            </a:lvl8pPr>
            <a:lvl9pPr lvl="8">
              <a:spcBef>
                <a:spcPts val="0"/>
              </a:spcBef>
              <a:spcAft>
                <a:spcPts val="0"/>
              </a:spcAft>
              <a:buClr>
                <a:srgbClr val="1C1D1E"/>
              </a:buClr>
              <a:buSzPts val="1600"/>
              <a:buNone/>
              <a:defRPr sz="1600">
                <a:solidFill>
                  <a:srgbClr val="1C1D1E"/>
                </a:solidFill>
              </a:defRPr>
            </a:lvl9pPr>
          </a:lstStyle>
          <a:p>
            <a:endParaRPr/>
          </a:p>
        </p:txBody>
      </p:sp>
      <p:sp>
        <p:nvSpPr>
          <p:cNvPr id="207" name="Google Shape;207;p20"/>
          <p:cNvSpPr/>
          <p:nvPr/>
        </p:nvSpPr>
        <p:spPr>
          <a:xfrm rot="-5400000">
            <a:off x="782325" y="1061575"/>
            <a:ext cx="1196100" cy="1951800"/>
          </a:xfrm>
          <a:prstGeom prst="rect">
            <a:avLst/>
          </a:prstGeom>
          <a:solidFill>
            <a:srgbClr val="217BEE">
              <a:alpha val="10000"/>
            </a:srgbClr>
          </a:solidFill>
          <a:ln w="9525" cap="flat" cmpd="sng">
            <a:solidFill>
              <a:srgbClr val="217BE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5F5"/>
              </a:solidFill>
            </a:endParaRPr>
          </a:p>
        </p:txBody>
      </p:sp>
      <p:sp>
        <p:nvSpPr>
          <p:cNvPr id="208" name="Google Shape;208;p20"/>
          <p:cNvSpPr txBox="1">
            <a:spLocks noGrp="1"/>
          </p:cNvSpPr>
          <p:nvPr>
            <p:ph type="subTitle" idx="1"/>
          </p:nvPr>
        </p:nvSpPr>
        <p:spPr>
          <a:xfrm>
            <a:off x="580846" y="2210475"/>
            <a:ext cx="16716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900"/>
              <a:buNone/>
              <a:defRPr sz="900" b="1"/>
            </a:lvl1pPr>
            <a:lvl2pPr lvl="1">
              <a:lnSpc>
                <a:spcPct val="100000"/>
              </a:lnSpc>
              <a:spcBef>
                <a:spcPts val="0"/>
              </a:spcBef>
              <a:spcAft>
                <a:spcPts val="0"/>
              </a:spcAft>
              <a:buSzPts val="1000"/>
              <a:buNone/>
              <a:defRPr sz="1000" b="1"/>
            </a:lvl2pPr>
            <a:lvl3pPr lvl="2">
              <a:lnSpc>
                <a:spcPct val="100000"/>
              </a:lnSpc>
              <a:spcBef>
                <a:spcPts val="0"/>
              </a:spcBef>
              <a:spcAft>
                <a:spcPts val="0"/>
              </a:spcAft>
              <a:buSzPts val="1000"/>
              <a:buNone/>
              <a:defRPr sz="1000" b="1"/>
            </a:lvl3pPr>
            <a:lvl4pPr lvl="3">
              <a:lnSpc>
                <a:spcPct val="100000"/>
              </a:lnSpc>
              <a:spcBef>
                <a:spcPts val="0"/>
              </a:spcBef>
              <a:spcAft>
                <a:spcPts val="0"/>
              </a:spcAft>
              <a:buSzPts val="1000"/>
              <a:buNone/>
              <a:defRPr sz="1000" b="1"/>
            </a:lvl4pPr>
            <a:lvl5pPr lvl="4">
              <a:lnSpc>
                <a:spcPct val="100000"/>
              </a:lnSpc>
              <a:spcBef>
                <a:spcPts val="0"/>
              </a:spcBef>
              <a:spcAft>
                <a:spcPts val="0"/>
              </a:spcAft>
              <a:buSzPts val="1000"/>
              <a:buNone/>
              <a:defRPr sz="1000" b="1"/>
            </a:lvl5pPr>
            <a:lvl6pPr lvl="5">
              <a:lnSpc>
                <a:spcPct val="100000"/>
              </a:lnSpc>
              <a:spcBef>
                <a:spcPts val="0"/>
              </a:spcBef>
              <a:spcAft>
                <a:spcPts val="0"/>
              </a:spcAft>
              <a:buSzPts val="1000"/>
              <a:buNone/>
              <a:defRPr sz="1000" b="1"/>
            </a:lvl6pPr>
            <a:lvl7pPr lvl="6">
              <a:lnSpc>
                <a:spcPct val="100000"/>
              </a:lnSpc>
              <a:spcBef>
                <a:spcPts val="0"/>
              </a:spcBef>
              <a:spcAft>
                <a:spcPts val="0"/>
              </a:spcAft>
              <a:buSzPts val="1000"/>
              <a:buNone/>
              <a:defRPr sz="1000" b="1"/>
            </a:lvl7pPr>
            <a:lvl8pPr lvl="7">
              <a:lnSpc>
                <a:spcPct val="100000"/>
              </a:lnSpc>
              <a:spcBef>
                <a:spcPts val="0"/>
              </a:spcBef>
              <a:spcAft>
                <a:spcPts val="0"/>
              </a:spcAft>
              <a:buSzPts val="1000"/>
              <a:buNone/>
              <a:defRPr sz="1000" b="1"/>
            </a:lvl8pPr>
            <a:lvl9pPr lvl="8">
              <a:lnSpc>
                <a:spcPct val="100000"/>
              </a:lnSpc>
              <a:spcBef>
                <a:spcPts val="0"/>
              </a:spcBef>
              <a:spcAft>
                <a:spcPts val="0"/>
              </a:spcAft>
              <a:buSzPts val="1000"/>
              <a:buNone/>
              <a:defRPr sz="1000" b="1"/>
            </a:lvl9pPr>
          </a:lstStyle>
          <a:p>
            <a:endParaRPr/>
          </a:p>
        </p:txBody>
      </p:sp>
      <p:sp>
        <p:nvSpPr>
          <p:cNvPr id="209" name="Google Shape;209;p20"/>
          <p:cNvSpPr txBox="1">
            <a:spLocks noGrp="1"/>
          </p:cNvSpPr>
          <p:nvPr>
            <p:ph type="subTitle" idx="2"/>
          </p:nvPr>
        </p:nvSpPr>
        <p:spPr>
          <a:xfrm>
            <a:off x="580846" y="1676200"/>
            <a:ext cx="16716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500"/>
              <a:buNone/>
              <a:defRPr sz="1500" b="1"/>
            </a:lvl1pPr>
            <a:lvl2pPr lvl="1">
              <a:lnSpc>
                <a:spcPct val="100000"/>
              </a:lnSpc>
              <a:spcBef>
                <a:spcPts val="0"/>
              </a:spcBef>
              <a:spcAft>
                <a:spcPts val="0"/>
              </a:spcAft>
              <a:buSzPts val="1800"/>
              <a:buNone/>
              <a:defRPr sz="1800" b="1"/>
            </a:lvl2pPr>
            <a:lvl3pPr lvl="2">
              <a:lnSpc>
                <a:spcPct val="100000"/>
              </a:lnSpc>
              <a:spcBef>
                <a:spcPts val="0"/>
              </a:spcBef>
              <a:spcAft>
                <a:spcPts val="0"/>
              </a:spcAft>
              <a:buSzPts val="1800"/>
              <a:buNone/>
              <a:defRPr sz="1800" b="1"/>
            </a:lvl3pPr>
            <a:lvl4pPr lvl="3">
              <a:lnSpc>
                <a:spcPct val="100000"/>
              </a:lnSpc>
              <a:spcBef>
                <a:spcPts val="0"/>
              </a:spcBef>
              <a:spcAft>
                <a:spcPts val="0"/>
              </a:spcAft>
              <a:buSzPts val="1800"/>
              <a:buNone/>
              <a:defRPr sz="1800" b="1"/>
            </a:lvl4pPr>
            <a:lvl5pPr lvl="4">
              <a:lnSpc>
                <a:spcPct val="100000"/>
              </a:lnSpc>
              <a:spcBef>
                <a:spcPts val="0"/>
              </a:spcBef>
              <a:spcAft>
                <a:spcPts val="0"/>
              </a:spcAft>
              <a:buSzPts val="1800"/>
              <a:buNone/>
              <a:defRPr sz="1800" b="1"/>
            </a:lvl5pPr>
            <a:lvl6pPr lvl="5">
              <a:lnSpc>
                <a:spcPct val="100000"/>
              </a:lnSpc>
              <a:spcBef>
                <a:spcPts val="0"/>
              </a:spcBef>
              <a:spcAft>
                <a:spcPts val="0"/>
              </a:spcAft>
              <a:buSzPts val="1800"/>
              <a:buNone/>
              <a:defRPr sz="1800" b="1"/>
            </a:lvl6pPr>
            <a:lvl7pPr lvl="6">
              <a:lnSpc>
                <a:spcPct val="100000"/>
              </a:lnSpc>
              <a:spcBef>
                <a:spcPts val="0"/>
              </a:spcBef>
              <a:spcAft>
                <a:spcPts val="0"/>
              </a:spcAft>
              <a:buSzPts val="1800"/>
              <a:buNone/>
              <a:defRPr sz="1800" b="1"/>
            </a:lvl7pPr>
            <a:lvl8pPr lvl="7">
              <a:lnSpc>
                <a:spcPct val="100000"/>
              </a:lnSpc>
              <a:spcBef>
                <a:spcPts val="0"/>
              </a:spcBef>
              <a:spcAft>
                <a:spcPts val="0"/>
              </a:spcAft>
              <a:buSzPts val="1800"/>
              <a:buNone/>
              <a:defRPr sz="1800" b="1"/>
            </a:lvl8pPr>
            <a:lvl9pPr lvl="8">
              <a:lnSpc>
                <a:spcPct val="100000"/>
              </a:lnSpc>
              <a:spcBef>
                <a:spcPts val="0"/>
              </a:spcBef>
              <a:spcAft>
                <a:spcPts val="0"/>
              </a:spcAft>
              <a:buSzPts val="1800"/>
              <a:buNone/>
              <a:defRPr sz="1800" b="1"/>
            </a:lvl9pPr>
          </a:lstStyle>
          <a:p>
            <a:endParaRPr/>
          </a:p>
        </p:txBody>
      </p:sp>
      <p:sp>
        <p:nvSpPr>
          <p:cNvPr id="210" name="Google Shape;210;p20"/>
          <p:cNvSpPr/>
          <p:nvPr/>
        </p:nvSpPr>
        <p:spPr>
          <a:xfrm rot="-5400000">
            <a:off x="2938795" y="1061575"/>
            <a:ext cx="1196100" cy="1951800"/>
          </a:xfrm>
          <a:prstGeom prst="rect">
            <a:avLst/>
          </a:prstGeom>
          <a:solidFill>
            <a:srgbClr val="217BEE">
              <a:alpha val="10000"/>
            </a:srgbClr>
          </a:solidFill>
          <a:ln w="9525" cap="flat" cmpd="sng">
            <a:solidFill>
              <a:srgbClr val="217BE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5F5"/>
              </a:solidFill>
            </a:endParaRPr>
          </a:p>
        </p:txBody>
      </p:sp>
      <p:sp>
        <p:nvSpPr>
          <p:cNvPr id="211" name="Google Shape;211;p20"/>
          <p:cNvSpPr txBox="1">
            <a:spLocks noGrp="1"/>
          </p:cNvSpPr>
          <p:nvPr>
            <p:ph type="subTitle" idx="3"/>
          </p:nvPr>
        </p:nvSpPr>
        <p:spPr>
          <a:xfrm>
            <a:off x="2737316" y="2210475"/>
            <a:ext cx="16716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900"/>
              <a:buNone/>
              <a:defRPr sz="900" b="1"/>
            </a:lvl1pPr>
            <a:lvl2pPr lvl="1">
              <a:lnSpc>
                <a:spcPct val="100000"/>
              </a:lnSpc>
              <a:spcBef>
                <a:spcPts val="0"/>
              </a:spcBef>
              <a:spcAft>
                <a:spcPts val="0"/>
              </a:spcAft>
              <a:buSzPts val="1000"/>
              <a:buNone/>
              <a:defRPr sz="1000" b="1"/>
            </a:lvl2pPr>
            <a:lvl3pPr lvl="2">
              <a:lnSpc>
                <a:spcPct val="100000"/>
              </a:lnSpc>
              <a:spcBef>
                <a:spcPts val="0"/>
              </a:spcBef>
              <a:spcAft>
                <a:spcPts val="0"/>
              </a:spcAft>
              <a:buSzPts val="1000"/>
              <a:buNone/>
              <a:defRPr sz="1000" b="1"/>
            </a:lvl3pPr>
            <a:lvl4pPr lvl="3">
              <a:lnSpc>
                <a:spcPct val="100000"/>
              </a:lnSpc>
              <a:spcBef>
                <a:spcPts val="0"/>
              </a:spcBef>
              <a:spcAft>
                <a:spcPts val="0"/>
              </a:spcAft>
              <a:buSzPts val="1000"/>
              <a:buNone/>
              <a:defRPr sz="1000" b="1"/>
            </a:lvl4pPr>
            <a:lvl5pPr lvl="4">
              <a:lnSpc>
                <a:spcPct val="100000"/>
              </a:lnSpc>
              <a:spcBef>
                <a:spcPts val="0"/>
              </a:spcBef>
              <a:spcAft>
                <a:spcPts val="0"/>
              </a:spcAft>
              <a:buSzPts val="1000"/>
              <a:buNone/>
              <a:defRPr sz="1000" b="1"/>
            </a:lvl5pPr>
            <a:lvl6pPr lvl="5">
              <a:lnSpc>
                <a:spcPct val="100000"/>
              </a:lnSpc>
              <a:spcBef>
                <a:spcPts val="0"/>
              </a:spcBef>
              <a:spcAft>
                <a:spcPts val="0"/>
              </a:spcAft>
              <a:buSzPts val="1000"/>
              <a:buNone/>
              <a:defRPr sz="1000" b="1"/>
            </a:lvl6pPr>
            <a:lvl7pPr lvl="6">
              <a:lnSpc>
                <a:spcPct val="100000"/>
              </a:lnSpc>
              <a:spcBef>
                <a:spcPts val="0"/>
              </a:spcBef>
              <a:spcAft>
                <a:spcPts val="0"/>
              </a:spcAft>
              <a:buSzPts val="1000"/>
              <a:buNone/>
              <a:defRPr sz="1000" b="1"/>
            </a:lvl7pPr>
            <a:lvl8pPr lvl="7">
              <a:lnSpc>
                <a:spcPct val="100000"/>
              </a:lnSpc>
              <a:spcBef>
                <a:spcPts val="0"/>
              </a:spcBef>
              <a:spcAft>
                <a:spcPts val="0"/>
              </a:spcAft>
              <a:buSzPts val="1000"/>
              <a:buNone/>
              <a:defRPr sz="1000" b="1"/>
            </a:lvl8pPr>
            <a:lvl9pPr lvl="8">
              <a:lnSpc>
                <a:spcPct val="100000"/>
              </a:lnSpc>
              <a:spcBef>
                <a:spcPts val="0"/>
              </a:spcBef>
              <a:spcAft>
                <a:spcPts val="0"/>
              </a:spcAft>
              <a:buSzPts val="1000"/>
              <a:buNone/>
              <a:defRPr sz="1000" b="1"/>
            </a:lvl9pPr>
          </a:lstStyle>
          <a:p>
            <a:endParaRPr/>
          </a:p>
        </p:txBody>
      </p:sp>
      <p:sp>
        <p:nvSpPr>
          <p:cNvPr id="212" name="Google Shape;212;p20"/>
          <p:cNvSpPr txBox="1">
            <a:spLocks noGrp="1"/>
          </p:cNvSpPr>
          <p:nvPr>
            <p:ph type="subTitle" idx="4"/>
          </p:nvPr>
        </p:nvSpPr>
        <p:spPr>
          <a:xfrm>
            <a:off x="2737316" y="1676200"/>
            <a:ext cx="16716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500"/>
              <a:buNone/>
              <a:defRPr sz="1500" b="1"/>
            </a:lvl1pPr>
            <a:lvl2pPr lvl="1">
              <a:lnSpc>
                <a:spcPct val="100000"/>
              </a:lnSpc>
              <a:spcBef>
                <a:spcPts val="0"/>
              </a:spcBef>
              <a:spcAft>
                <a:spcPts val="0"/>
              </a:spcAft>
              <a:buSzPts val="1800"/>
              <a:buNone/>
              <a:defRPr sz="1800" b="1"/>
            </a:lvl2pPr>
            <a:lvl3pPr lvl="2">
              <a:lnSpc>
                <a:spcPct val="100000"/>
              </a:lnSpc>
              <a:spcBef>
                <a:spcPts val="0"/>
              </a:spcBef>
              <a:spcAft>
                <a:spcPts val="0"/>
              </a:spcAft>
              <a:buSzPts val="1800"/>
              <a:buNone/>
              <a:defRPr sz="1800" b="1"/>
            </a:lvl3pPr>
            <a:lvl4pPr lvl="3">
              <a:lnSpc>
                <a:spcPct val="100000"/>
              </a:lnSpc>
              <a:spcBef>
                <a:spcPts val="0"/>
              </a:spcBef>
              <a:spcAft>
                <a:spcPts val="0"/>
              </a:spcAft>
              <a:buSzPts val="1800"/>
              <a:buNone/>
              <a:defRPr sz="1800" b="1"/>
            </a:lvl4pPr>
            <a:lvl5pPr lvl="4">
              <a:lnSpc>
                <a:spcPct val="100000"/>
              </a:lnSpc>
              <a:spcBef>
                <a:spcPts val="0"/>
              </a:spcBef>
              <a:spcAft>
                <a:spcPts val="0"/>
              </a:spcAft>
              <a:buSzPts val="1800"/>
              <a:buNone/>
              <a:defRPr sz="1800" b="1"/>
            </a:lvl5pPr>
            <a:lvl6pPr lvl="5">
              <a:lnSpc>
                <a:spcPct val="100000"/>
              </a:lnSpc>
              <a:spcBef>
                <a:spcPts val="0"/>
              </a:spcBef>
              <a:spcAft>
                <a:spcPts val="0"/>
              </a:spcAft>
              <a:buSzPts val="1800"/>
              <a:buNone/>
              <a:defRPr sz="1800" b="1"/>
            </a:lvl6pPr>
            <a:lvl7pPr lvl="6">
              <a:lnSpc>
                <a:spcPct val="100000"/>
              </a:lnSpc>
              <a:spcBef>
                <a:spcPts val="0"/>
              </a:spcBef>
              <a:spcAft>
                <a:spcPts val="0"/>
              </a:spcAft>
              <a:buSzPts val="1800"/>
              <a:buNone/>
              <a:defRPr sz="1800" b="1"/>
            </a:lvl7pPr>
            <a:lvl8pPr lvl="7">
              <a:lnSpc>
                <a:spcPct val="100000"/>
              </a:lnSpc>
              <a:spcBef>
                <a:spcPts val="0"/>
              </a:spcBef>
              <a:spcAft>
                <a:spcPts val="0"/>
              </a:spcAft>
              <a:buSzPts val="1800"/>
              <a:buNone/>
              <a:defRPr sz="1800" b="1"/>
            </a:lvl8pPr>
            <a:lvl9pPr lvl="8">
              <a:lnSpc>
                <a:spcPct val="100000"/>
              </a:lnSpc>
              <a:spcBef>
                <a:spcPts val="0"/>
              </a:spcBef>
              <a:spcAft>
                <a:spcPts val="0"/>
              </a:spcAft>
              <a:buSzPts val="1800"/>
              <a:buNone/>
              <a:defRPr sz="1800" b="1"/>
            </a:lvl9pPr>
          </a:lstStyle>
          <a:p>
            <a:endParaRPr/>
          </a:p>
        </p:txBody>
      </p:sp>
      <p:sp>
        <p:nvSpPr>
          <p:cNvPr id="213" name="Google Shape;213;p20"/>
          <p:cNvSpPr/>
          <p:nvPr/>
        </p:nvSpPr>
        <p:spPr>
          <a:xfrm rot="-5400000">
            <a:off x="5095240" y="1061575"/>
            <a:ext cx="1196100" cy="1951800"/>
          </a:xfrm>
          <a:prstGeom prst="rect">
            <a:avLst/>
          </a:prstGeom>
          <a:solidFill>
            <a:srgbClr val="217BEE">
              <a:alpha val="10000"/>
            </a:srgbClr>
          </a:solidFill>
          <a:ln w="9525" cap="flat" cmpd="sng">
            <a:solidFill>
              <a:srgbClr val="217BE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5F5"/>
              </a:solidFill>
            </a:endParaRPr>
          </a:p>
        </p:txBody>
      </p:sp>
      <p:sp>
        <p:nvSpPr>
          <p:cNvPr id="214" name="Google Shape;214;p20"/>
          <p:cNvSpPr txBox="1">
            <a:spLocks noGrp="1"/>
          </p:cNvSpPr>
          <p:nvPr>
            <p:ph type="subTitle" idx="5"/>
          </p:nvPr>
        </p:nvSpPr>
        <p:spPr>
          <a:xfrm>
            <a:off x="4893760" y="2210475"/>
            <a:ext cx="16716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900"/>
              <a:buNone/>
              <a:defRPr sz="900" b="1"/>
            </a:lvl1pPr>
            <a:lvl2pPr lvl="1">
              <a:lnSpc>
                <a:spcPct val="100000"/>
              </a:lnSpc>
              <a:spcBef>
                <a:spcPts val="0"/>
              </a:spcBef>
              <a:spcAft>
                <a:spcPts val="0"/>
              </a:spcAft>
              <a:buSzPts val="1000"/>
              <a:buNone/>
              <a:defRPr sz="1000" b="1"/>
            </a:lvl2pPr>
            <a:lvl3pPr lvl="2">
              <a:lnSpc>
                <a:spcPct val="100000"/>
              </a:lnSpc>
              <a:spcBef>
                <a:spcPts val="0"/>
              </a:spcBef>
              <a:spcAft>
                <a:spcPts val="0"/>
              </a:spcAft>
              <a:buSzPts val="1000"/>
              <a:buNone/>
              <a:defRPr sz="1000" b="1"/>
            </a:lvl3pPr>
            <a:lvl4pPr lvl="3">
              <a:lnSpc>
                <a:spcPct val="100000"/>
              </a:lnSpc>
              <a:spcBef>
                <a:spcPts val="0"/>
              </a:spcBef>
              <a:spcAft>
                <a:spcPts val="0"/>
              </a:spcAft>
              <a:buSzPts val="1000"/>
              <a:buNone/>
              <a:defRPr sz="1000" b="1"/>
            </a:lvl4pPr>
            <a:lvl5pPr lvl="4">
              <a:lnSpc>
                <a:spcPct val="100000"/>
              </a:lnSpc>
              <a:spcBef>
                <a:spcPts val="0"/>
              </a:spcBef>
              <a:spcAft>
                <a:spcPts val="0"/>
              </a:spcAft>
              <a:buSzPts val="1000"/>
              <a:buNone/>
              <a:defRPr sz="1000" b="1"/>
            </a:lvl5pPr>
            <a:lvl6pPr lvl="5">
              <a:lnSpc>
                <a:spcPct val="100000"/>
              </a:lnSpc>
              <a:spcBef>
                <a:spcPts val="0"/>
              </a:spcBef>
              <a:spcAft>
                <a:spcPts val="0"/>
              </a:spcAft>
              <a:buSzPts val="1000"/>
              <a:buNone/>
              <a:defRPr sz="1000" b="1"/>
            </a:lvl6pPr>
            <a:lvl7pPr lvl="6">
              <a:lnSpc>
                <a:spcPct val="100000"/>
              </a:lnSpc>
              <a:spcBef>
                <a:spcPts val="0"/>
              </a:spcBef>
              <a:spcAft>
                <a:spcPts val="0"/>
              </a:spcAft>
              <a:buSzPts val="1000"/>
              <a:buNone/>
              <a:defRPr sz="1000" b="1"/>
            </a:lvl7pPr>
            <a:lvl8pPr lvl="7">
              <a:lnSpc>
                <a:spcPct val="100000"/>
              </a:lnSpc>
              <a:spcBef>
                <a:spcPts val="0"/>
              </a:spcBef>
              <a:spcAft>
                <a:spcPts val="0"/>
              </a:spcAft>
              <a:buSzPts val="1000"/>
              <a:buNone/>
              <a:defRPr sz="1000" b="1"/>
            </a:lvl8pPr>
            <a:lvl9pPr lvl="8">
              <a:lnSpc>
                <a:spcPct val="100000"/>
              </a:lnSpc>
              <a:spcBef>
                <a:spcPts val="0"/>
              </a:spcBef>
              <a:spcAft>
                <a:spcPts val="0"/>
              </a:spcAft>
              <a:buSzPts val="1000"/>
              <a:buNone/>
              <a:defRPr sz="1000" b="1"/>
            </a:lvl9pPr>
          </a:lstStyle>
          <a:p>
            <a:endParaRPr/>
          </a:p>
        </p:txBody>
      </p:sp>
      <p:sp>
        <p:nvSpPr>
          <p:cNvPr id="215" name="Google Shape;215;p20"/>
          <p:cNvSpPr txBox="1">
            <a:spLocks noGrp="1"/>
          </p:cNvSpPr>
          <p:nvPr>
            <p:ph type="subTitle" idx="6"/>
          </p:nvPr>
        </p:nvSpPr>
        <p:spPr>
          <a:xfrm>
            <a:off x="4893760" y="1676200"/>
            <a:ext cx="16716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500"/>
              <a:buNone/>
              <a:defRPr sz="1500" b="1"/>
            </a:lvl1pPr>
            <a:lvl2pPr lvl="1">
              <a:lnSpc>
                <a:spcPct val="100000"/>
              </a:lnSpc>
              <a:spcBef>
                <a:spcPts val="0"/>
              </a:spcBef>
              <a:spcAft>
                <a:spcPts val="0"/>
              </a:spcAft>
              <a:buSzPts val="1800"/>
              <a:buNone/>
              <a:defRPr sz="1800" b="1"/>
            </a:lvl2pPr>
            <a:lvl3pPr lvl="2">
              <a:lnSpc>
                <a:spcPct val="100000"/>
              </a:lnSpc>
              <a:spcBef>
                <a:spcPts val="0"/>
              </a:spcBef>
              <a:spcAft>
                <a:spcPts val="0"/>
              </a:spcAft>
              <a:buSzPts val="1800"/>
              <a:buNone/>
              <a:defRPr sz="1800" b="1"/>
            </a:lvl3pPr>
            <a:lvl4pPr lvl="3">
              <a:lnSpc>
                <a:spcPct val="100000"/>
              </a:lnSpc>
              <a:spcBef>
                <a:spcPts val="0"/>
              </a:spcBef>
              <a:spcAft>
                <a:spcPts val="0"/>
              </a:spcAft>
              <a:buSzPts val="1800"/>
              <a:buNone/>
              <a:defRPr sz="1800" b="1"/>
            </a:lvl4pPr>
            <a:lvl5pPr lvl="4">
              <a:lnSpc>
                <a:spcPct val="100000"/>
              </a:lnSpc>
              <a:spcBef>
                <a:spcPts val="0"/>
              </a:spcBef>
              <a:spcAft>
                <a:spcPts val="0"/>
              </a:spcAft>
              <a:buSzPts val="1800"/>
              <a:buNone/>
              <a:defRPr sz="1800" b="1"/>
            </a:lvl5pPr>
            <a:lvl6pPr lvl="5">
              <a:lnSpc>
                <a:spcPct val="100000"/>
              </a:lnSpc>
              <a:spcBef>
                <a:spcPts val="0"/>
              </a:spcBef>
              <a:spcAft>
                <a:spcPts val="0"/>
              </a:spcAft>
              <a:buSzPts val="1800"/>
              <a:buNone/>
              <a:defRPr sz="1800" b="1"/>
            </a:lvl6pPr>
            <a:lvl7pPr lvl="6">
              <a:lnSpc>
                <a:spcPct val="100000"/>
              </a:lnSpc>
              <a:spcBef>
                <a:spcPts val="0"/>
              </a:spcBef>
              <a:spcAft>
                <a:spcPts val="0"/>
              </a:spcAft>
              <a:buSzPts val="1800"/>
              <a:buNone/>
              <a:defRPr sz="1800" b="1"/>
            </a:lvl7pPr>
            <a:lvl8pPr lvl="7">
              <a:lnSpc>
                <a:spcPct val="100000"/>
              </a:lnSpc>
              <a:spcBef>
                <a:spcPts val="0"/>
              </a:spcBef>
              <a:spcAft>
                <a:spcPts val="0"/>
              </a:spcAft>
              <a:buSzPts val="1800"/>
              <a:buNone/>
              <a:defRPr sz="1800" b="1"/>
            </a:lvl8pPr>
            <a:lvl9pPr lvl="8">
              <a:lnSpc>
                <a:spcPct val="100000"/>
              </a:lnSpc>
              <a:spcBef>
                <a:spcPts val="0"/>
              </a:spcBef>
              <a:spcAft>
                <a:spcPts val="0"/>
              </a:spcAft>
              <a:buSzPts val="1800"/>
              <a:buNone/>
              <a:defRPr sz="1800" b="1"/>
            </a:lvl9pPr>
          </a:lstStyle>
          <a:p>
            <a:endParaRPr/>
          </a:p>
        </p:txBody>
      </p:sp>
      <p:sp>
        <p:nvSpPr>
          <p:cNvPr id="216" name="Google Shape;216;p20"/>
          <p:cNvSpPr/>
          <p:nvPr/>
        </p:nvSpPr>
        <p:spPr>
          <a:xfrm rot="-5400000">
            <a:off x="7225717" y="1061575"/>
            <a:ext cx="1196100" cy="1951800"/>
          </a:xfrm>
          <a:prstGeom prst="rect">
            <a:avLst/>
          </a:prstGeom>
          <a:solidFill>
            <a:srgbClr val="217BEE">
              <a:alpha val="10000"/>
            </a:srgbClr>
          </a:solidFill>
          <a:ln w="9525" cap="flat" cmpd="sng">
            <a:solidFill>
              <a:srgbClr val="217BE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5F5"/>
              </a:solidFill>
            </a:endParaRPr>
          </a:p>
        </p:txBody>
      </p:sp>
      <p:sp>
        <p:nvSpPr>
          <p:cNvPr id="217" name="Google Shape;217;p20"/>
          <p:cNvSpPr txBox="1">
            <a:spLocks noGrp="1"/>
          </p:cNvSpPr>
          <p:nvPr>
            <p:ph type="subTitle" idx="7"/>
          </p:nvPr>
        </p:nvSpPr>
        <p:spPr>
          <a:xfrm>
            <a:off x="7024238" y="2210475"/>
            <a:ext cx="16716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900"/>
              <a:buNone/>
              <a:defRPr sz="900" b="1"/>
            </a:lvl1pPr>
            <a:lvl2pPr lvl="1">
              <a:lnSpc>
                <a:spcPct val="100000"/>
              </a:lnSpc>
              <a:spcBef>
                <a:spcPts val="0"/>
              </a:spcBef>
              <a:spcAft>
                <a:spcPts val="0"/>
              </a:spcAft>
              <a:buSzPts val="1000"/>
              <a:buNone/>
              <a:defRPr sz="1000" b="1"/>
            </a:lvl2pPr>
            <a:lvl3pPr lvl="2">
              <a:lnSpc>
                <a:spcPct val="100000"/>
              </a:lnSpc>
              <a:spcBef>
                <a:spcPts val="0"/>
              </a:spcBef>
              <a:spcAft>
                <a:spcPts val="0"/>
              </a:spcAft>
              <a:buSzPts val="1000"/>
              <a:buNone/>
              <a:defRPr sz="1000" b="1"/>
            </a:lvl3pPr>
            <a:lvl4pPr lvl="3">
              <a:lnSpc>
                <a:spcPct val="100000"/>
              </a:lnSpc>
              <a:spcBef>
                <a:spcPts val="0"/>
              </a:spcBef>
              <a:spcAft>
                <a:spcPts val="0"/>
              </a:spcAft>
              <a:buSzPts val="1000"/>
              <a:buNone/>
              <a:defRPr sz="1000" b="1"/>
            </a:lvl4pPr>
            <a:lvl5pPr lvl="4">
              <a:lnSpc>
                <a:spcPct val="100000"/>
              </a:lnSpc>
              <a:spcBef>
                <a:spcPts val="0"/>
              </a:spcBef>
              <a:spcAft>
                <a:spcPts val="0"/>
              </a:spcAft>
              <a:buSzPts val="1000"/>
              <a:buNone/>
              <a:defRPr sz="1000" b="1"/>
            </a:lvl5pPr>
            <a:lvl6pPr lvl="5">
              <a:lnSpc>
                <a:spcPct val="100000"/>
              </a:lnSpc>
              <a:spcBef>
                <a:spcPts val="0"/>
              </a:spcBef>
              <a:spcAft>
                <a:spcPts val="0"/>
              </a:spcAft>
              <a:buSzPts val="1000"/>
              <a:buNone/>
              <a:defRPr sz="1000" b="1"/>
            </a:lvl6pPr>
            <a:lvl7pPr lvl="6">
              <a:lnSpc>
                <a:spcPct val="100000"/>
              </a:lnSpc>
              <a:spcBef>
                <a:spcPts val="0"/>
              </a:spcBef>
              <a:spcAft>
                <a:spcPts val="0"/>
              </a:spcAft>
              <a:buSzPts val="1000"/>
              <a:buNone/>
              <a:defRPr sz="1000" b="1"/>
            </a:lvl7pPr>
            <a:lvl8pPr lvl="7">
              <a:lnSpc>
                <a:spcPct val="100000"/>
              </a:lnSpc>
              <a:spcBef>
                <a:spcPts val="0"/>
              </a:spcBef>
              <a:spcAft>
                <a:spcPts val="0"/>
              </a:spcAft>
              <a:buSzPts val="1000"/>
              <a:buNone/>
              <a:defRPr sz="1000" b="1"/>
            </a:lvl8pPr>
            <a:lvl9pPr lvl="8">
              <a:lnSpc>
                <a:spcPct val="100000"/>
              </a:lnSpc>
              <a:spcBef>
                <a:spcPts val="0"/>
              </a:spcBef>
              <a:spcAft>
                <a:spcPts val="0"/>
              </a:spcAft>
              <a:buSzPts val="1000"/>
              <a:buNone/>
              <a:defRPr sz="1000" b="1"/>
            </a:lvl9pPr>
          </a:lstStyle>
          <a:p>
            <a:endParaRPr/>
          </a:p>
        </p:txBody>
      </p:sp>
      <p:sp>
        <p:nvSpPr>
          <p:cNvPr id="218" name="Google Shape;218;p20"/>
          <p:cNvSpPr txBox="1">
            <a:spLocks noGrp="1"/>
          </p:cNvSpPr>
          <p:nvPr>
            <p:ph type="subTitle" idx="8"/>
          </p:nvPr>
        </p:nvSpPr>
        <p:spPr>
          <a:xfrm>
            <a:off x="7024238" y="1676200"/>
            <a:ext cx="16716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500"/>
              <a:buNone/>
              <a:defRPr sz="1500" b="1"/>
            </a:lvl1pPr>
            <a:lvl2pPr lvl="1">
              <a:lnSpc>
                <a:spcPct val="100000"/>
              </a:lnSpc>
              <a:spcBef>
                <a:spcPts val="0"/>
              </a:spcBef>
              <a:spcAft>
                <a:spcPts val="0"/>
              </a:spcAft>
              <a:buSzPts val="1800"/>
              <a:buNone/>
              <a:defRPr sz="1800" b="1"/>
            </a:lvl2pPr>
            <a:lvl3pPr lvl="2">
              <a:lnSpc>
                <a:spcPct val="100000"/>
              </a:lnSpc>
              <a:spcBef>
                <a:spcPts val="0"/>
              </a:spcBef>
              <a:spcAft>
                <a:spcPts val="0"/>
              </a:spcAft>
              <a:buSzPts val="1800"/>
              <a:buNone/>
              <a:defRPr sz="1800" b="1"/>
            </a:lvl3pPr>
            <a:lvl4pPr lvl="3">
              <a:lnSpc>
                <a:spcPct val="100000"/>
              </a:lnSpc>
              <a:spcBef>
                <a:spcPts val="0"/>
              </a:spcBef>
              <a:spcAft>
                <a:spcPts val="0"/>
              </a:spcAft>
              <a:buSzPts val="1800"/>
              <a:buNone/>
              <a:defRPr sz="1800" b="1"/>
            </a:lvl4pPr>
            <a:lvl5pPr lvl="4">
              <a:lnSpc>
                <a:spcPct val="100000"/>
              </a:lnSpc>
              <a:spcBef>
                <a:spcPts val="0"/>
              </a:spcBef>
              <a:spcAft>
                <a:spcPts val="0"/>
              </a:spcAft>
              <a:buSzPts val="1800"/>
              <a:buNone/>
              <a:defRPr sz="1800" b="1"/>
            </a:lvl5pPr>
            <a:lvl6pPr lvl="5">
              <a:lnSpc>
                <a:spcPct val="100000"/>
              </a:lnSpc>
              <a:spcBef>
                <a:spcPts val="0"/>
              </a:spcBef>
              <a:spcAft>
                <a:spcPts val="0"/>
              </a:spcAft>
              <a:buSzPts val="1800"/>
              <a:buNone/>
              <a:defRPr sz="1800" b="1"/>
            </a:lvl6pPr>
            <a:lvl7pPr lvl="6">
              <a:lnSpc>
                <a:spcPct val="100000"/>
              </a:lnSpc>
              <a:spcBef>
                <a:spcPts val="0"/>
              </a:spcBef>
              <a:spcAft>
                <a:spcPts val="0"/>
              </a:spcAft>
              <a:buSzPts val="1800"/>
              <a:buNone/>
              <a:defRPr sz="1800" b="1"/>
            </a:lvl7pPr>
            <a:lvl8pPr lvl="7">
              <a:lnSpc>
                <a:spcPct val="100000"/>
              </a:lnSpc>
              <a:spcBef>
                <a:spcPts val="0"/>
              </a:spcBef>
              <a:spcAft>
                <a:spcPts val="0"/>
              </a:spcAft>
              <a:buSzPts val="1800"/>
              <a:buNone/>
              <a:defRPr sz="1800" b="1"/>
            </a:lvl8pPr>
            <a:lvl9pPr lvl="8">
              <a:lnSpc>
                <a:spcPct val="100000"/>
              </a:lnSpc>
              <a:spcBef>
                <a:spcPts val="0"/>
              </a:spcBef>
              <a:spcAft>
                <a:spcPts val="0"/>
              </a:spcAft>
              <a:buSzPts val="1800"/>
              <a:buNone/>
              <a:defRPr sz="1800" b="1"/>
            </a:lvl9pPr>
          </a:lstStyle>
          <a:p>
            <a:endParaRPr/>
          </a:p>
        </p:txBody>
      </p:sp>
      <p:sp>
        <p:nvSpPr>
          <p:cNvPr id="219" name="Google Shape;219;p20"/>
          <p:cNvSpPr txBox="1">
            <a:spLocks noGrp="1"/>
          </p:cNvSpPr>
          <p:nvPr>
            <p:ph type="title" idx="9"/>
          </p:nvPr>
        </p:nvSpPr>
        <p:spPr>
          <a:xfrm>
            <a:off x="375425" y="451432"/>
            <a:ext cx="67746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220" name="Google Shape;220;p20"/>
          <p:cNvSpPr txBox="1">
            <a:spLocks noGrp="1"/>
          </p:cNvSpPr>
          <p:nvPr>
            <p:ph type="subTitle" idx="13"/>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accent1"/>
              </a:buClr>
              <a:buSzPts val="1300"/>
              <a:buFont typeface="Instrument Sans SemiBold"/>
              <a:buNone/>
              <a:defRPr sz="13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221" name="Google Shape;221;p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pic>
        <p:nvPicPr>
          <p:cNvPr id="222" name="Google Shape;222;p20" title="N Isotype.png"/>
          <p:cNvPicPr preferRelativeResize="0"/>
          <p:nvPr/>
        </p:nvPicPr>
        <p:blipFill>
          <a:blip r:embed="rId2">
            <a:alphaModFix/>
          </a:blip>
          <a:stretch>
            <a:fillRect/>
          </a:stretch>
        </p:blipFill>
        <p:spPr>
          <a:xfrm>
            <a:off x="8839821" y="66450"/>
            <a:ext cx="236382" cy="294000"/>
          </a:xfrm>
          <a:prstGeom prst="rect">
            <a:avLst/>
          </a:prstGeom>
          <a:noFill/>
          <a:ln>
            <a:noFill/>
          </a:ln>
        </p:spPr>
      </p:pic>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guide id="8" pos="2540">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IX">
  <p:cSld name="SECTION_HEADER_1_2_1_1_1_1_1_1">
    <p:bg>
      <p:bgPr>
        <a:solidFill>
          <a:schemeClr val="lt1"/>
        </a:solidFill>
        <a:effectLst/>
      </p:bgPr>
    </p:bg>
    <p:spTree>
      <p:nvGrpSpPr>
        <p:cNvPr id="1" name="Shape 223"/>
        <p:cNvGrpSpPr/>
        <p:nvPr/>
      </p:nvGrpSpPr>
      <p:grpSpPr>
        <a:xfrm>
          <a:off x="0" y="0"/>
          <a:ext cx="0" cy="0"/>
          <a:chOff x="0" y="0"/>
          <a:chExt cx="0" cy="0"/>
        </a:xfrm>
      </p:grpSpPr>
      <p:sp>
        <p:nvSpPr>
          <p:cNvPr id="224" name="Google Shape;224;p21"/>
          <p:cNvSpPr/>
          <p:nvPr/>
        </p:nvSpPr>
        <p:spPr>
          <a:xfrm>
            <a:off x="3224777" y="2813300"/>
            <a:ext cx="2696400" cy="2034900"/>
          </a:xfrm>
          <a:prstGeom prst="rect">
            <a:avLst/>
          </a:prstGeom>
          <a:noFill/>
          <a:ln w="9525" cap="flat" cmpd="sng">
            <a:solidFill>
              <a:srgbClr val="217BE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225" name="Google Shape;225;p21"/>
          <p:cNvSpPr/>
          <p:nvPr/>
        </p:nvSpPr>
        <p:spPr>
          <a:xfrm>
            <a:off x="375425" y="2813200"/>
            <a:ext cx="2696400" cy="2034900"/>
          </a:xfrm>
          <a:prstGeom prst="rect">
            <a:avLst/>
          </a:prstGeom>
          <a:noFill/>
          <a:ln w="9525" cap="flat" cmpd="sng">
            <a:solidFill>
              <a:srgbClr val="217BE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226" name="Google Shape;226;p21"/>
          <p:cNvSpPr/>
          <p:nvPr/>
        </p:nvSpPr>
        <p:spPr>
          <a:xfrm>
            <a:off x="6074130" y="2813300"/>
            <a:ext cx="2696400" cy="2034900"/>
          </a:xfrm>
          <a:prstGeom prst="rect">
            <a:avLst/>
          </a:prstGeom>
          <a:noFill/>
          <a:ln w="9525" cap="flat" cmpd="sng">
            <a:solidFill>
              <a:srgbClr val="217BE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227" name="Google Shape;227;p21"/>
          <p:cNvSpPr>
            <a:spLocks noGrp="1"/>
          </p:cNvSpPr>
          <p:nvPr>
            <p:ph type="pic" idx="2"/>
          </p:nvPr>
        </p:nvSpPr>
        <p:spPr>
          <a:xfrm>
            <a:off x="504800" y="1463100"/>
            <a:ext cx="2437800" cy="1566000"/>
          </a:xfrm>
          <a:prstGeom prst="rect">
            <a:avLst/>
          </a:prstGeom>
          <a:noFill/>
          <a:ln>
            <a:noFill/>
          </a:ln>
        </p:spPr>
      </p:sp>
      <p:sp>
        <p:nvSpPr>
          <p:cNvPr id="228" name="Google Shape;228;p21"/>
          <p:cNvSpPr txBox="1">
            <a:spLocks noGrp="1"/>
          </p:cNvSpPr>
          <p:nvPr>
            <p:ph type="subTitle" idx="1"/>
          </p:nvPr>
        </p:nvSpPr>
        <p:spPr>
          <a:xfrm>
            <a:off x="504800" y="3333900"/>
            <a:ext cx="24378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200"/>
              <a:buFont typeface="Sora Medium"/>
              <a:buNone/>
              <a:defRPr sz="12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229" name="Google Shape;229;p21"/>
          <p:cNvSpPr txBox="1">
            <a:spLocks noGrp="1"/>
          </p:cNvSpPr>
          <p:nvPr>
            <p:ph type="title"/>
          </p:nvPr>
        </p:nvSpPr>
        <p:spPr>
          <a:xfrm>
            <a:off x="504813" y="3718800"/>
            <a:ext cx="2437800" cy="936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230" name="Google Shape;230;p21"/>
          <p:cNvSpPr>
            <a:spLocks noGrp="1"/>
          </p:cNvSpPr>
          <p:nvPr>
            <p:ph type="pic" idx="3"/>
          </p:nvPr>
        </p:nvSpPr>
        <p:spPr>
          <a:xfrm>
            <a:off x="3341807" y="1411350"/>
            <a:ext cx="2437800" cy="1566000"/>
          </a:xfrm>
          <a:prstGeom prst="rect">
            <a:avLst/>
          </a:prstGeom>
          <a:noFill/>
          <a:ln>
            <a:noFill/>
          </a:ln>
        </p:spPr>
      </p:sp>
      <p:sp>
        <p:nvSpPr>
          <p:cNvPr id="231" name="Google Shape;231;p21"/>
          <p:cNvSpPr txBox="1">
            <a:spLocks noGrp="1"/>
          </p:cNvSpPr>
          <p:nvPr>
            <p:ph type="subTitle" idx="4"/>
          </p:nvPr>
        </p:nvSpPr>
        <p:spPr>
          <a:xfrm>
            <a:off x="3341807" y="3282150"/>
            <a:ext cx="24378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200"/>
              <a:buFont typeface="Manrope Medium"/>
              <a:buNone/>
              <a:defRPr sz="1200">
                <a:latin typeface="Manrope Medium"/>
                <a:ea typeface="Manrope Medium"/>
                <a:cs typeface="Manrope Medium"/>
                <a:sym typeface="Manrope Medium"/>
              </a:defRPr>
            </a:lvl1pPr>
            <a:lvl2pPr lvl="1">
              <a:lnSpc>
                <a:spcPct val="100000"/>
              </a:lnSpc>
              <a:spcBef>
                <a:spcPts val="0"/>
              </a:spcBef>
              <a:spcAft>
                <a:spcPts val="0"/>
              </a:spcAft>
              <a:buSzPts val="1400"/>
              <a:buFont typeface="Manrope Medium"/>
              <a:buNone/>
              <a:defRPr>
                <a:latin typeface="Manrope Medium"/>
                <a:ea typeface="Manrope Medium"/>
                <a:cs typeface="Manrope Medium"/>
                <a:sym typeface="Manrope Medium"/>
              </a:defRPr>
            </a:lvl2pPr>
            <a:lvl3pPr lvl="2">
              <a:lnSpc>
                <a:spcPct val="100000"/>
              </a:lnSpc>
              <a:spcBef>
                <a:spcPts val="0"/>
              </a:spcBef>
              <a:spcAft>
                <a:spcPts val="0"/>
              </a:spcAft>
              <a:buSzPts val="1400"/>
              <a:buFont typeface="Manrope Medium"/>
              <a:buNone/>
              <a:defRPr>
                <a:latin typeface="Manrope Medium"/>
                <a:ea typeface="Manrope Medium"/>
                <a:cs typeface="Manrope Medium"/>
                <a:sym typeface="Manrope Medium"/>
              </a:defRPr>
            </a:lvl3pPr>
            <a:lvl4pPr lvl="3">
              <a:lnSpc>
                <a:spcPct val="100000"/>
              </a:lnSpc>
              <a:spcBef>
                <a:spcPts val="0"/>
              </a:spcBef>
              <a:spcAft>
                <a:spcPts val="0"/>
              </a:spcAft>
              <a:buSzPts val="1400"/>
              <a:buFont typeface="Manrope Medium"/>
              <a:buNone/>
              <a:defRPr>
                <a:latin typeface="Manrope Medium"/>
                <a:ea typeface="Manrope Medium"/>
                <a:cs typeface="Manrope Medium"/>
                <a:sym typeface="Manrope Medium"/>
              </a:defRPr>
            </a:lvl4pPr>
            <a:lvl5pPr lvl="4">
              <a:lnSpc>
                <a:spcPct val="100000"/>
              </a:lnSpc>
              <a:spcBef>
                <a:spcPts val="0"/>
              </a:spcBef>
              <a:spcAft>
                <a:spcPts val="0"/>
              </a:spcAft>
              <a:buSzPts val="1400"/>
              <a:buFont typeface="Manrope Medium"/>
              <a:buNone/>
              <a:defRPr>
                <a:latin typeface="Manrope Medium"/>
                <a:ea typeface="Manrope Medium"/>
                <a:cs typeface="Manrope Medium"/>
                <a:sym typeface="Manrope Medium"/>
              </a:defRPr>
            </a:lvl5pPr>
            <a:lvl6pPr lvl="5">
              <a:lnSpc>
                <a:spcPct val="100000"/>
              </a:lnSpc>
              <a:spcBef>
                <a:spcPts val="0"/>
              </a:spcBef>
              <a:spcAft>
                <a:spcPts val="0"/>
              </a:spcAft>
              <a:buSzPts val="1400"/>
              <a:buFont typeface="Manrope Medium"/>
              <a:buNone/>
              <a:defRPr>
                <a:latin typeface="Manrope Medium"/>
                <a:ea typeface="Manrope Medium"/>
                <a:cs typeface="Manrope Medium"/>
                <a:sym typeface="Manrope Medium"/>
              </a:defRPr>
            </a:lvl6pPr>
            <a:lvl7pPr lvl="6">
              <a:lnSpc>
                <a:spcPct val="100000"/>
              </a:lnSpc>
              <a:spcBef>
                <a:spcPts val="0"/>
              </a:spcBef>
              <a:spcAft>
                <a:spcPts val="0"/>
              </a:spcAft>
              <a:buSzPts val="1400"/>
              <a:buFont typeface="Manrope Medium"/>
              <a:buNone/>
              <a:defRPr>
                <a:latin typeface="Manrope Medium"/>
                <a:ea typeface="Manrope Medium"/>
                <a:cs typeface="Manrope Medium"/>
                <a:sym typeface="Manrope Medium"/>
              </a:defRPr>
            </a:lvl7pPr>
            <a:lvl8pPr lvl="7">
              <a:lnSpc>
                <a:spcPct val="100000"/>
              </a:lnSpc>
              <a:spcBef>
                <a:spcPts val="0"/>
              </a:spcBef>
              <a:spcAft>
                <a:spcPts val="0"/>
              </a:spcAft>
              <a:buSzPts val="1400"/>
              <a:buFont typeface="Manrope Medium"/>
              <a:buNone/>
              <a:defRPr>
                <a:latin typeface="Manrope Medium"/>
                <a:ea typeface="Manrope Medium"/>
                <a:cs typeface="Manrope Medium"/>
                <a:sym typeface="Manrope Medium"/>
              </a:defRPr>
            </a:lvl8pPr>
            <a:lvl9pPr lvl="8">
              <a:lnSpc>
                <a:spcPct val="100000"/>
              </a:lnSpc>
              <a:spcBef>
                <a:spcPts val="0"/>
              </a:spcBef>
              <a:spcAft>
                <a:spcPts val="0"/>
              </a:spcAft>
              <a:buSzPts val="1400"/>
              <a:buFont typeface="Manrope Medium"/>
              <a:buNone/>
              <a:defRPr>
                <a:latin typeface="Manrope Medium"/>
                <a:ea typeface="Manrope Medium"/>
                <a:cs typeface="Manrope Medium"/>
                <a:sym typeface="Manrope Medium"/>
              </a:defRPr>
            </a:lvl9pPr>
          </a:lstStyle>
          <a:p>
            <a:endParaRPr/>
          </a:p>
        </p:txBody>
      </p:sp>
      <p:sp>
        <p:nvSpPr>
          <p:cNvPr id="232" name="Google Shape;232;p21"/>
          <p:cNvSpPr txBox="1">
            <a:spLocks noGrp="1"/>
          </p:cNvSpPr>
          <p:nvPr>
            <p:ph type="title" idx="5"/>
          </p:nvPr>
        </p:nvSpPr>
        <p:spPr>
          <a:xfrm>
            <a:off x="3341820" y="3667050"/>
            <a:ext cx="2437800" cy="936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233" name="Google Shape;233;p21"/>
          <p:cNvSpPr>
            <a:spLocks noGrp="1"/>
          </p:cNvSpPr>
          <p:nvPr>
            <p:ph type="pic" idx="6"/>
          </p:nvPr>
        </p:nvSpPr>
        <p:spPr>
          <a:xfrm>
            <a:off x="6203505" y="1411350"/>
            <a:ext cx="2437800" cy="1566000"/>
          </a:xfrm>
          <a:prstGeom prst="rect">
            <a:avLst/>
          </a:prstGeom>
          <a:noFill/>
          <a:ln>
            <a:noFill/>
          </a:ln>
        </p:spPr>
      </p:sp>
      <p:sp>
        <p:nvSpPr>
          <p:cNvPr id="234" name="Google Shape;234;p21"/>
          <p:cNvSpPr txBox="1">
            <a:spLocks noGrp="1"/>
          </p:cNvSpPr>
          <p:nvPr>
            <p:ph type="subTitle" idx="7"/>
          </p:nvPr>
        </p:nvSpPr>
        <p:spPr>
          <a:xfrm>
            <a:off x="6203505" y="3282150"/>
            <a:ext cx="24378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200"/>
              <a:buFont typeface="Manrope Medium"/>
              <a:buNone/>
              <a:defRPr sz="1200">
                <a:latin typeface="Manrope Medium"/>
                <a:ea typeface="Manrope Medium"/>
                <a:cs typeface="Manrope Medium"/>
                <a:sym typeface="Manrope Medium"/>
              </a:defRPr>
            </a:lvl1pPr>
            <a:lvl2pPr lvl="1">
              <a:lnSpc>
                <a:spcPct val="100000"/>
              </a:lnSpc>
              <a:spcBef>
                <a:spcPts val="0"/>
              </a:spcBef>
              <a:spcAft>
                <a:spcPts val="0"/>
              </a:spcAft>
              <a:buSzPts val="1400"/>
              <a:buFont typeface="Manrope Medium"/>
              <a:buNone/>
              <a:defRPr>
                <a:latin typeface="Manrope Medium"/>
                <a:ea typeface="Manrope Medium"/>
                <a:cs typeface="Manrope Medium"/>
                <a:sym typeface="Manrope Medium"/>
              </a:defRPr>
            </a:lvl2pPr>
            <a:lvl3pPr lvl="2">
              <a:lnSpc>
                <a:spcPct val="100000"/>
              </a:lnSpc>
              <a:spcBef>
                <a:spcPts val="0"/>
              </a:spcBef>
              <a:spcAft>
                <a:spcPts val="0"/>
              </a:spcAft>
              <a:buSzPts val="1400"/>
              <a:buFont typeface="Manrope Medium"/>
              <a:buNone/>
              <a:defRPr>
                <a:latin typeface="Manrope Medium"/>
                <a:ea typeface="Manrope Medium"/>
                <a:cs typeface="Manrope Medium"/>
                <a:sym typeface="Manrope Medium"/>
              </a:defRPr>
            </a:lvl3pPr>
            <a:lvl4pPr lvl="3">
              <a:lnSpc>
                <a:spcPct val="100000"/>
              </a:lnSpc>
              <a:spcBef>
                <a:spcPts val="0"/>
              </a:spcBef>
              <a:spcAft>
                <a:spcPts val="0"/>
              </a:spcAft>
              <a:buSzPts val="1400"/>
              <a:buFont typeface="Manrope Medium"/>
              <a:buNone/>
              <a:defRPr>
                <a:latin typeface="Manrope Medium"/>
                <a:ea typeface="Manrope Medium"/>
                <a:cs typeface="Manrope Medium"/>
                <a:sym typeface="Manrope Medium"/>
              </a:defRPr>
            </a:lvl4pPr>
            <a:lvl5pPr lvl="4">
              <a:lnSpc>
                <a:spcPct val="100000"/>
              </a:lnSpc>
              <a:spcBef>
                <a:spcPts val="0"/>
              </a:spcBef>
              <a:spcAft>
                <a:spcPts val="0"/>
              </a:spcAft>
              <a:buSzPts val="1400"/>
              <a:buFont typeface="Manrope Medium"/>
              <a:buNone/>
              <a:defRPr>
                <a:latin typeface="Manrope Medium"/>
                <a:ea typeface="Manrope Medium"/>
                <a:cs typeface="Manrope Medium"/>
                <a:sym typeface="Manrope Medium"/>
              </a:defRPr>
            </a:lvl5pPr>
            <a:lvl6pPr lvl="5">
              <a:lnSpc>
                <a:spcPct val="100000"/>
              </a:lnSpc>
              <a:spcBef>
                <a:spcPts val="0"/>
              </a:spcBef>
              <a:spcAft>
                <a:spcPts val="0"/>
              </a:spcAft>
              <a:buSzPts val="1400"/>
              <a:buFont typeface="Manrope Medium"/>
              <a:buNone/>
              <a:defRPr>
                <a:latin typeface="Manrope Medium"/>
                <a:ea typeface="Manrope Medium"/>
                <a:cs typeface="Manrope Medium"/>
                <a:sym typeface="Manrope Medium"/>
              </a:defRPr>
            </a:lvl6pPr>
            <a:lvl7pPr lvl="6">
              <a:lnSpc>
                <a:spcPct val="100000"/>
              </a:lnSpc>
              <a:spcBef>
                <a:spcPts val="0"/>
              </a:spcBef>
              <a:spcAft>
                <a:spcPts val="0"/>
              </a:spcAft>
              <a:buSzPts val="1400"/>
              <a:buFont typeface="Manrope Medium"/>
              <a:buNone/>
              <a:defRPr>
                <a:latin typeface="Manrope Medium"/>
                <a:ea typeface="Manrope Medium"/>
                <a:cs typeface="Manrope Medium"/>
                <a:sym typeface="Manrope Medium"/>
              </a:defRPr>
            </a:lvl7pPr>
            <a:lvl8pPr lvl="7">
              <a:lnSpc>
                <a:spcPct val="100000"/>
              </a:lnSpc>
              <a:spcBef>
                <a:spcPts val="0"/>
              </a:spcBef>
              <a:spcAft>
                <a:spcPts val="0"/>
              </a:spcAft>
              <a:buSzPts val="1400"/>
              <a:buFont typeface="Manrope Medium"/>
              <a:buNone/>
              <a:defRPr>
                <a:latin typeface="Manrope Medium"/>
                <a:ea typeface="Manrope Medium"/>
                <a:cs typeface="Manrope Medium"/>
                <a:sym typeface="Manrope Medium"/>
              </a:defRPr>
            </a:lvl8pPr>
            <a:lvl9pPr lvl="8">
              <a:lnSpc>
                <a:spcPct val="100000"/>
              </a:lnSpc>
              <a:spcBef>
                <a:spcPts val="0"/>
              </a:spcBef>
              <a:spcAft>
                <a:spcPts val="0"/>
              </a:spcAft>
              <a:buSzPts val="1400"/>
              <a:buFont typeface="Manrope Medium"/>
              <a:buNone/>
              <a:defRPr>
                <a:latin typeface="Manrope Medium"/>
                <a:ea typeface="Manrope Medium"/>
                <a:cs typeface="Manrope Medium"/>
                <a:sym typeface="Manrope Medium"/>
              </a:defRPr>
            </a:lvl9pPr>
          </a:lstStyle>
          <a:p>
            <a:endParaRPr/>
          </a:p>
        </p:txBody>
      </p:sp>
      <p:sp>
        <p:nvSpPr>
          <p:cNvPr id="235" name="Google Shape;235;p21"/>
          <p:cNvSpPr txBox="1">
            <a:spLocks noGrp="1"/>
          </p:cNvSpPr>
          <p:nvPr>
            <p:ph type="title" idx="8"/>
          </p:nvPr>
        </p:nvSpPr>
        <p:spPr>
          <a:xfrm>
            <a:off x="6203518" y="3667050"/>
            <a:ext cx="2437800" cy="936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236" name="Google Shape;236;p21"/>
          <p:cNvSpPr txBox="1">
            <a:spLocks noGrp="1"/>
          </p:cNvSpPr>
          <p:nvPr>
            <p:ph type="title" idx="9"/>
          </p:nvPr>
        </p:nvSpPr>
        <p:spPr>
          <a:xfrm>
            <a:off x="375425" y="451432"/>
            <a:ext cx="67746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237" name="Google Shape;237;p21"/>
          <p:cNvSpPr txBox="1">
            <a:spLocks noGrp="1"/>
          </p:cNvSpPr>
          <p:nvPr>
            <p:ph type="subTitle" idx="13"/>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accent1"/>
              </a:buClr>
              <a:buSzPts val="1300"/>
              <a:buFont typeface="Instrument Sans SemiBold"/>
              <a:buNone/>
              <a:defRPr sz="13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238" name="Google Shape;238;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pic>
        <p:nvPicPr>
          <p:cNvPr id="239" name="Google Shape;239;p21" title="N Isotype.png"/>
          <p:cNvPicPr preferRelativeResize="0"/>
          <p:nvPr/>
        </p:nvPicPr>
        <p:blipFill>
          <a:blip r:embed="rId2">
            <a:alphaModFix/>
          </a:blip>
          <a:stretch>
            <a:fillRect/>
          </a:stretch>
        </p:blipFill>
        <p:spPr>
          <a:xfrm>
            <a:off x="8839821" y="66450"/>
            <a:ext cx="236382" cy="294000"/>
          </a:xfrm>
          <a:prstGeom prst="rect">
            <a:avLst/>
          </a:prstGeom>
          <a:noFill/>
          <a:ln>
            <a:noFill/>
          </a:ln>
        </p:spPr>
      </p:pic>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guide id="8" pos="2540">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ido X">
  <p:cSld name="SECTION_HEADER_1_2_1_1_1_1_1_1_1">
    <p:bg>
      <p:bgPr>
        <a:solidFill>
          <a:schemeClr val="lt1"/>
        </a:solidFill>
        <a:effectLst/>
      </p:bgPr>
    </p:bg>
    <p:spTree>
      <p:nvGrpSpPr>
        <p:cNvPr id="1" name="Shape 240"/>
        <p:cNvGrpSpPr/>
        <p:nvPr/>
      </p:nvGrpSpPr>
      <p:grpSpPr>
        <a:xfrm>
          <a:off x="0" y="0"/>
          <a:ext cx="0" cy="0"/>
          <a:chOff x="0" y="0"/>
          <a:chExt cx="0" cy="0"/>
        </a:xfrm>
      </p:grpSpPr>
      <p:sp>
        <p:nvSpPr>
          <p:cNvPr id="241" name="Google Shape;241;p22"/>
          <p:cNvSpPr/>
          <p:nvPr/>
        </p:nvSpPr>
        <p:spPr>
          <a:xfrm>
            <a:off x="375425" y="2813200"/>
            <a:ext cx="1857000" cy="2034900"/>
          </a:xfrm>
          <a:prstGeom prst="rect">
            <a:avLst/>
          </a:prstGeom>
          <a:noFill/>
          <a:ln w="9525" cap="flat" cmpd="sng">
            <a:solidFill>
              <a:srgbClr val="217BE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242" name="Google Shape;242;p22"/>
          <p:cNvSpPr>
            <a:spLocks noGrp="1"/>
          </p:cNvSpPr>
          <p:nvPr>
            <p:ph type="pic" idx="2"/>
          </p:nvPr>
        </p:nvSpPr>
        <p:spPr>
          <a:xfrm>
            <a:off x="464519" y="1463100"/>
            <a:ext cx="1678800" cy="1566000"/>
          </a:xfrm>
          <a:prstGeom prst="rect">
            <a:avLst/>
          </a:prstGeom>
          <a:noFill/>
          <a:ln>
            <a:noFill/>
          </a:ln>
        </p:spPr>
      </p:sp>
      <p:sp>
        <p:nvSpPr>
          <p:cNvPr id="243" name="Google Shape;243;p22"/>
          <p:cNvSpPr txBox="1">
            <a:spLocks noGrp="1"/>
          </p:cNvSpPr>
          <p:nvPr>
            <p:ph type="subTitle" idx="1"/>
          </p:nvPr>
        </p:nvSpPr>
        <p:spPr>
          <a:xfrm>
            <a:off x="464519" y="3333900"/>
            <a:ext cx="16788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200"/>
              <a:buFont typeface="Sora Medium"/>
              <a:buNone/>
              <a:defRPr sz="12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244" name="Google Shape;244;p22"/>
          <p:cNvSpPr txBox="1">
            <a:spLocks noGrp="1"/>
          </p:cNvSpPr>
          <p:nvPr>
            <p:ph type="title"/>
          </p:nvPr>
        </p:nvSpPr>
        <p:spPr>
          <a:xfrm>
            <a:off x="464528" y="3718800"/>
            <a:ext cx="1678800" cy="936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245" name="Google Shape;245;p22"/>
          <p:cNvSpPr/>
          <p:nvPr/>
        </p:nvSpPr>
        <p:spPr>
          <a:xfrm>
            <a:off x="2571820" y="2813200"/>
            <a:ext cx="1857000" cy="2034900"/>
          </a:xfrm>
          <a:prstGeom prst="rect">
            <a:avLst/>
          </a:prstGeom>
          <a:noFill/>
          <a:ln w="9525" cap="flat" cmpd="sng">
            <a:solidFill>
              <a:srgbClr val="217BE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246" name="Google Shape;246;p22"/>
          <p:cNvSpPr>
            <a:spLocks noGrp="1"/>
          </p:cNvSpPr>
          <p:nvPr>
            <p:ph type="pic" idx="3"/>
          </p:nvPr>
        </p:nvSpPr>
        <p:spPr>
          <a:xfrm>
            <a:off x="2660914" y="1463100"/>
            <a:ext cx="1678800" cy="1566000"/>
          </a:xfrm>
          <a:prstGeom prst="rect">
            <a:avLst/>
          </a:prstGeom>
          <a:noFill/>
          <a:ln>
            <a:noFill/>
          </a:ln>
        </p:spPr>
      </p:sp>
      <p:sp>
        <p:nvSpPr>
          <p:cNvPr id="247" name="Google Shape;247;p22"/>
          <p:cNvSpPr txBox="1">
            <a:spLocks noGrp="1"/>
          </p:cNvSpPr>
          <p:nvPr>
            <p:ph type="subTitle" idx="4"/>
          </p:nvPr>
        </p:nvSpPr>
        <p:spPr>
          <a:xfrm>
            <a:off x="2660914" y="3333900"/>
            <a:ext cx="16788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200"/>
              <a:buFont typeface="Sora Medium"/>
              <a:buNone/>
              <a:defRPr sz="12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248" name="Google Shape;248;p22"/>
          <p:cNvSpPr txBox="1">
            <a:spLocks noGrp="1"/>
          </p:cNvSpPr>
          <p:nvPr>
            <p:ph type="title" idx="5"/>
          </p:nvPr>
        </p:nvSpPr>
        <p:spPr>
          <a:xfrm>
            <a:off x="2660923" y="3718800"/>
            <a:ext cx="1678800" cy="936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249" name="Google Shape;249;p22"/>
          <p:cNvSpPr/>
          <p:nvPr/>
        </p:nvSpPr>
        <p:spPr>
          <a:xfrm>
            <a:off x="4758094" y="2813200"/>
            <a:ext cx="1857000" cy="2034900"/>
          </a:xfrm>
          <a:prstGeom prst="rect">
            <a:avLst/>
          </a:prstGeom>
          <a:noFill/>
          <a:ln w="9525" cap="flat" cmpd="sng">
            <a:solidFill>
              <a:srgbClr val="217BE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250" name="Google Shape;250;p22"/>
          <p:cNvSpPr>
            <a:spLocks noGrp="1"/>
          </p:cNvSpPr>
          <p:nvPr>
            <p:ph type="pic" idx="6"/>
          </p:nvPr>
        </p:nvSpPr>
        <p:spPr>
          <a:xfrm>
            <a:off x="4847188" y="1463100"/>
            <a:ext cx="1678800" cy="1566000"/>
          </a:xfrm>
          <a:prstGeom prst="rect">
            <a:avLst/>
          </a:prstGeom>
          <a:noFill/>
          <a:ln>
            <a:noFill/>
          </a:ln>
        </p:spPr>
      </p:sp>
      <p:sp>
        <p:nvSpPr>
          <p:cNvPr id="251" name="Google Shape;251;p22"/>
          <p:cNvSpPr txBox="1">
            <a:spLocks noGrp="1"/>
          </p:cNvSpPr>
          <p:nvPr>
            <p:ph type="subTitle" idx="7"/>
          </p:nvPr>
        </p:nvSpPr>
        <p:spPr>
          <a:xfrm>
            <a:off x="4847188" y="3333900"/>
            <a:ext cx="16788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200"/>
              <a:buFont typeface="Sora Medium"/>
              <a:buNone/>
              <a:defRPr sz="12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252" name="Google Shape;252;p22"/>
          <p:cNvSpPr txBox="1">
            <a:spLocks noGrp="1"/>
          </p:cNvSpPr>
          <p:nvPr>
            <p:ph type="title" idx="8"/>
          </p:nvPr>
        </p:nvSpPr>
        <p:spPr>
          <a:xfrm>
            <a:off x="4847197" y="3718800"/>
            <a:ext cx="1678800" cy="936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253" name="Google Shape;253;p22"/>
          <p:cNvSpPr/>
          <p:nvPr/>
        </p:nvSpPr>
        <p:spPr>
          <a:xfrm>
            <a:off x="6913634" y="2813200"/>
            <a:ext cx="1857000" cy="2034900"/>
          </a:xfrm>
          <a:prstGeom prst="rect">
            <a:avLst/>
          </a:prstGeom>
          <a:noFill/>
          <a:ln w="9525" cap="flat" cmpd="sng">
            <a:solidFill>
              <a:srgbClr val="217BE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254" name="Google Shape;254;p22"/>
          <p:cNvSpPr>
            <a:spLocks noGrp="1"/>
          </p:cNvSpPr>
          <p:nvPr>
            <p:ph type="pic" idx="9"/>
          </p:nvPr>
        </p:nvSpPr>
        <p:spPr>
          <a:xfrm>
            <a:off x="7002728" y="1463100"/>
            <a:ext cx="1678800" cy="1566000"/>
          </a:xfrm>
          <a:prstGeom prst="rect">
            <a:avLst/>
          </a:prstGeom>
          <a:noFill/>
          <a:ln>
            <a:noFill/>
          </a:ln>
        </p:spPr>
      </p:sp>
      <p:sp>
        <p:nvSpPr>
          <p:cNvPr id="255" name="Google Shape;255;p22"/>
          <p:cNvSpPr txBox="1">
            <a:spLocks noGrp="1"/>
          </p:cNvSpPr>
          <p:nvPr>
            <p:ph type="subTitle" idx="13"/>
          </p:nvPr>
        </p:nvSpPr>
        <p:spPr>
          <a:xfrm>
            <a:off x="7002728" y="3333900"/>
            <a:ext cx="1678800" cy="3087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200"/>
              <a:buFont typeface="Sora Medium"/>
              <a:buNone/>
              <a:defRPr sz="12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256" name="Google Shape;256;p22"/>
          <p:cNvSpPr txBox="1">
            <a:spLocks noGrp="1"/>
          </p:cNvSpPr>
          <p:nvPr>
            <p:ph type="title" idx="14"/>
          </p:nvPr>
        </p:nvSpPr>
        <p:spPr>
          <a:xfrm>
            <a:off x="7002737" y="3718800"/>
            <a:ext cx="1678800" cy="936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257" name="Google Shape;257;p22"/>
          <p:cNvSpPr txBox="1">
            <a:spLocks noGrp="1"/>
          </p:cNvSpPr>
          <p:nvPr>
            <p:ph type="title" idx="15"/>
          </p:nvPr>
        </p:nvSpPr>
        <p:spPr>
          <a:xfrm>
            <a:off x="375425" y="451432"/>
            <a:ext cx="67746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258" name="Google Shape;258;p22"/>
          <p:cNvSpPr txBox="1">
            <a:spLocks noGrp="1"/>
          </p:cNvSpPr>
          <p:nvPr>
            <p:ph type="subTitle" idx="16"/>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accent1"/>
              </a:buClr>
              <a:buSzPts val="1300"/>
              <a:buFont typeface="Instrument Sans SemiBold"/>
              <a:buNone/>
              <a:defRPr sz="13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259" name="Google Shape;259;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pic>
        <p:nvPicPr>
          <p:cNvPr id="260" name="Google Shape;260;p22" title="N Isotype.png"/>
          <p:cNvPicPr preferRelativeResize="0"/>
          <p:nvPr/>
        </p:nvPicPr>
        <p:blipFill>
          <a:blip r:embed="rId2">
            <a:alphaModFix/>
          </a:blip>
          <a:stretch>
            <a:fillRect/>
          </a:stretch>
        </p:blipFill>
        <p:spPr>
          <a:xfrm>
            <a:off x="8839821" y="66450"/>
            <a:ext cx="236382" cy="294000"/>
          </a:xfrm>
          <a:prstGeom prst="rect">
            <a:avLst/>
          </a:prstGeom>
          <a:noFill/>
          <a:ln>
            <a:noFill/>
          </a:ln>
        </p:spPr>
      </p:pic>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guide id="8" pos="2540">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ido XI">
  <p:cSld name="SECTION_HEADER_1_1_2">
    <p:spTree>
      <p:nvGrpSpPr>
        <p:cNvPr id="1" name="Shape 261"/>
        <p:cNvGrpSpPr/>
        <p:nvPr/>
      </p:nvGrpSpPr>
      <p:grpSpPr>
        <a:xfrm>
          <a:off x="0" y="0"/>
          <a:ext cx="0" cy="0"/>
          <a:chOff x="0" y="0"/>
          <a:chExt cx="0" cy="0"/>
        </a:xfrm>
      </p:grpSpPr>
      <p:sp>
        <p:nvSpPr>
          <p:cNvPr id="262" name="Google Shape;262;p23"/>
          <p:cNvSpPr/>
          <p:nvPr/>
        </p:nvSpPr>
        <p:spPr>
          <a:xfrm rot="5400000" flipH="1">
            <a:off x="-254800" y="221450"/>
            <a:ext cx="5150100" cy="4707300"/>
          </a:xfrm>
          <a:prstGeom prst="rect">
            <a:avLst/>
          </a:prstGeom>
          <a:gradFill>
            <a:gsLst>
              <a:gs pos="0">
                <a:srgbClr val="217BEE"/>
              </a:gs>
              <a:gs pos="25000">
                <a:srgbClr val="217BEE">
                  <a:alpha val="37254"/>
                </a:srgbClr>
              </a:gs>
              <a:gs pos="49000">
                <a:schemeClr val="lt1"/>
              </a:gs>
              <a:gs pos="100000">
                <a:schemeClr val="lt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3"/>
          <p:cNvSpPr txBox="1">
            <a:spLocks noGrp="1"/>
          </p:cNvSpPr>
          <p:nvPr>
            <p:ph type="sldNum" idx="12"/>
          </p:nvPr>
        </p:nvSpPr>
        <p:spPr>
          <a:xfrm>
            <a:off x="8179058" y="4355342"/>
            <a:ext cx="548700" cy="393600"/>
          </a:xfrm>
          <a:prstGeom prst="rect">
            <a:avLst/>
          </a:prstGeom>
        </p:spPr>
        <p:txBody>
          <a:bodyPr spcFirstLastPara="1" wrap="square" lIns="91425" tIns="91425" rIns="91425" bIns="91425" anchor="ctr" anchorCtr="0">
            <a:normAutofit/>
          </a:bodyPr>
          <a:lstStyle>
            <a:lvl1pPr lvl="0">
              <a:buNone/>
              <a:defRPr>
                <a:solidFill>
                  <a:srgbClr val="0025F5"/>
                </a:solidFill>
                <a:latin typeface="Manrope SemiBold"/>
                <a:ea typeface="Manrope SemiBold"/>
                <a:cs typeface="Manrope SemiBold"/>
                <a:sym typeface="Manrope SemiBold"/>
              </a:defRPr>
            </a:lvl1pPr>
            <a:lvl2pPr lvl="1">
              <a:buNone/>
              <a:defRPr>
                <a:solidFill>
                  <a:srgbClr val="0025F5"/>
                </a:solidFill>
                <a:latin typeface="Manrope SemiBold"/>
                <a:ea typeface="Manrope SemiBold"/>
                <a:cs typeface="Manrope SemiBold"/>
                <a:sym typeface="Manrope SemiBold"/>
              </a:defRPr>
            </a:lvl2pPr>
            <a:lvl3pPr lvl="2">
              <a:buNone/>
              <a:defRPr>
                <a:solidFill>
                  <a:srgbClr val="0025F5"/>
                </a:solidFill>
                <a:latin typeface="Manrope SemiBold"/>
                <a:ea typeface="Manrope SemiBold"/>
                <a:cs typeface="Manrope SemiBold"/>
                <a:sym typeface="Manrope SemiBold"/>
              </a:defRPr>
            </a:lvl3pPr>
            <a:lvl4pPr lvl="3">
              <a:buNone/>
              <a:defRPr>
                <a:solidFill>
                  <a:srgbClr val="0025F5"/>
                </a:solidFill>
                <a:latin typeface="Manrope SemiBold"/>
                <a:ea typeface="Manrope SemiBold"/>
                <a:cs typeface="Manrope SemiBold"/>
                <a:sym typeface="Manrope SemiBold"/>
              </a:defRPr>
            </a:lvl4pPr>
            <a:lvl5pPr lvl="4">
              <a:buNone/>
              <a:defRPr>
                <a:solidFill>
                  <a:srgbClr val="0025F5"/>
                </a:solidFill>
                <a:latin typeface="Manrope SemiBold"/>
                <a:ea typeface="Manrope SemiBold"/>
                <a:cs typeface="Manrope SemiBold"/>
                <a:sym typeface="Manrope SemiBold"/>
              </a:defRPr>
            </a:lvl5pPr>
            <a:lvl6pPr lvl="5">
              <a:buNone/>
              <a:defRPr>
                <a:solidFill>
                  <a:srgbClr val="0025F5"/>
                </a:solidFill>
                <a:latin typeface="Manrope SemiBold"/>
                <a:ea typeface="Manrope SemiBold"/>
                <a:cs typeface="Manrope SemiBold"/>
                <a:sym typeface="Manrope SemiBold"/>
              </a:defRPr>
            </a:lvl6pPr>
            <a:lvl7pPr lvl="6">
              <a:buNone/>
              <a:defRPr>
                <a:solidFill>
                  <a:srgbClr val="0025F5"/>
                </a:solidFill>
                <a:latin typeface="Manrope SemiBold"/>
                <a:ea typeface="Manrope SemiBold"/>
                <a:cs typeface="Manrope SemiBold"/>
                <a:sym typeface="Manrope SemiBold"/>
              </a:defRPr>
            </a:lvl7pPr>
            <a:lvl8pPr lvl="7">
              <a:buNone/>
              <a:defRPr>
                <a:solidFill>
                  <a:srgbClr val="0025F5"/>
                </a:solidFill>
                <a:latin typeface="Manrope SemiBold"/>
                <a:ea typeface="Manrope SemiBold"/>
                <a:cs typeface="Manrope SemiBold"/>
                <a:sym typeface="Manrope SemiBold"/>
              </a:defRPr>
            </a:lvl8pPr>
            <a:lvl9pPr lvl="8">
              <a:buNone/>
              <a:defRPr>
                <a:solidFill>
                  <a:srgbClr val="0025F5"/>
                </a:solidFill>
                <a:latin typeface="Manrope SemiBold"/>
                <a:ea typeface="Manrope SemiBold"/>
                <a:cs typeface="Manrope SemiBold"/>
                <a:sym typeface="Manrope SemiBold"/>
              </a:defRPr>
            </a:lvl9pPr>
          </a:lstStyle>
          <a:p>
            <a:pPr marL="0" lvl="0" indent="0" algn="r" rtl="0">
              <a:spcBef>
                <a:spcPts val="0"/>
              </a:spcBef>
              <a:spcAft>
                <a:spcPts val="0"/>
              </a:spcAft>
              <a:buNone/>
            </a:pPr>
            <a:fld id="{00000000-1234-1234-1234-123412341234}" type="slidenum">
              <a:rPr lang="en-GB"/>
              <a:t>‹Nº›</a:t>
            </a:fld>
            <a:endParaRPr/>
          </a:p>
        </p:txBody>
      </p:sp>
      <p:sp>
        <p:nvSpPr>
          <p:cNvPr id="264" name="Google Shape;264;p23"/>
          <p:cNvSpPr>
            <a:spLocks noGrp="1"/>
          </p:cNvSpPr>
          <p:nvPr>
            <p:ph type="pic" idx="2"/>
          </p:nvPr>
        </p:nvSpPr>
        <p:spPr>
          <a:xfrm>
            <a:off x="4515304" y="1010650"/>
            <a:ext cx="4124700" cy="3738300"/>
          </a:xfrm>
          <a:prstGeom prst="rect">
            <a:avLst/>
          </a:prstGeom>
          <a:noFill/>
          <a:ln>
            <a:noFill/>
          </a:ln>
        </p:spPr>
      </p:sp>
      <p:sp>
        <p:nvSpPr>
          <p:cNvPr id="265" name="Google Shape;265;p23"/>
          <p:cNvSpPr/>
          <p:nvPr/>
        </p:nvSpPr>
        <p:spPr>
          <a:xfrm rot="5400000" flipH="1">
            <a:off x="994450" y="2028900"/>
            <a:ext cx="2075700" cy="4153500"/>
          </a:xfrm>
          <a:prstGeom prst="rect">
            <a:avLst/>
          </a:prstGeom>
          <a:gradFill>
            <a:gsLst>
              <a:gs pos="0">
                <a:srgbClr val="217BEE"/>
              </a:gs>
              <a:gs pos="25000">
                <a:srgbClr val="217BEE">
                  <a:alpha val="37254"/>
                </a:srgbClr>
              </a:gs>
              <a:gs pos="49000">
                <a:schemeClr val="lt1"/>
              </a:gs>
              <a:gs pos="100000">
                <a:schemeClr val="lt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3"/>
          <p:cNvSpPr/>
          <p:nvPr/>
        </p:nvSpPr>
        <p:spPr>
          <a:xfrm>
            <a:off x="-33400" y="50"/>
            <a:ext cx="5839200" cy="30726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3"/>
          <p:cNvSpPr/>
          <p:nvPr/>
        </p:nvSpPr>
        <p:spPr>
          <a:xfrm rot="-5400000" flipH="1">
            <a:off x="1417700" y="-1484200"/>
            <a:ext cx="3094800" cy="6018900"/>
          </a:xfrm>
          <a:prstGeom prst="rect">
            <a:avLst/>
          </a:prstGeom>
          <a:gradFill>
            <a:gsLst>
              <a:gs pos="0">
                <a:srgbClr val="217BEE"/>
              </a:gs>
              <a:gs pos="25000">
                <a:srgbClr val="217BEE">
                  <a:alpha val="37254"/>
                </a:srgbClr>
              </a:gs>
              <a:gs pos="49000">
                <a:schemeClr val="lt1"/>
              </a:gs>
              <a:gs pos="100000">
                <a:schemeClr val="lt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3"/>
          <p:cNvSpPr txBox="1">
            <a:spLocks noGrp="1"/>
          </p:cNvSpPr>
          <p:nvPr>
            <p:ph type="title"/>
          </p:nvPr>
        </p:nvSpPr>
        <p:spPr>
          <a:xfrm>
            <a:off x="283400" y="487394"/>
            <a:ext cx="5205600" cy="653400"/>
          </a:xfrm>
          <a:prstGeom prst="rect">
            <a:avLst/>
          </a:prstGeom>
        </p:spPr>
        <p:txBody>
          <a:bodyPr spcFirstLastPara="1" wrap="square" lIns="0" tIns="0" rIns="0" bIns="0" anchor="t" anchorCtr="0">
            <a:noAutofit/>
          </a:bodyPr>
          <a:lstStyle>
            <a:lvl1pPr lvl="0">
              <a:spcBef>
                <a:spcPts val="0"/>
              </a:spcBef>
              <a:spcAft>
                <a:spcPts val="0"/>
              </a:spcAft>
              <a:buClr>
                <a:srgbClr val="217BEE"/>
              </a:buClr>
              <a:buSzPts val="2000"/>
              <a:buNone/>
              <a:defRPr sz="2000">
                <a:solidFill>
                  <a:srgbClr val="217BEE"/>
                </a:solidFill>
              </a:defRPr>
            </a:lvl1pPr>
            <a:lvl2pPr lvl="1">
              <a:spcBef>
                <a:spcPts val="0"/>
              </a:spcBef>
              <a:spcAft>
                <a:spcPts val="0"/>
              </a:spcAft>
              <a:buClr>
                <a:srgbClr val="FFFFFF"/>
              </a:buClr>
              <a:buSzPts val="2400"/>
              <a:buNone/>
              <a:defRPr sz="2400">
                <a:solidFill>
                  <a:srgbClr val="FFFFFF"/>
                </a:solidFill>
              </a:defRPr>
            </a:lvl2pPr>
            <a:lvl3pPr lvl="2">
              <a:spcBef>
                <a:spcPts val="0"/>
              </a:spcBef>
              <a:spcAft>
                <a:spcPts val="0"/>
              </a:spcAft>
              <a:buClr>
                <a:srgbClr val="FFFFFF"/>
              </a:buClr>
              <a:buSzPts val="2400"/>
              <a:buNone/>
              <a:defRPr sz="2400">
                <a:solidFill>
                  <a:srgbClr val="FFFFFF"/>
                </a:solidFill>
              </a:defRPr>
            </a:lvl3pPr>
            <a:lvl4pPr lvl="3">
              <a:spcBef>
                <a:spcPts val="0"/>
              </a:spcBef>
              <a:spcAft>
                <a:spcPts val="0"/>
              </a:spcAft>
              <a:buClr>
                <a:srgbClr val="FFFFFF"/>
              </a:buClr>
              <a:buSzPts val="2400"/>
              <a:buNone/>
              <a:defRPr sz="2400">
                <a:solidFill>
                  <a:srgbClr val="FFFFFF"/>
                </a:solidFill>
              </a:defRPr>
            </a:lvl4pPr>
            <a:lvl5pPr lvl="4">
              <a:spcBef>
                <a:spcPts val="0"/>
              </a:spcBef>
              <a:spcAft>
                <a:spcPts val="0"/>
              </a:spcAft>
              <a:buClr>
                <a:srgbClr val="FFFFFF"/>
              </a:buClr>
              <a:buSzPts val="2400"/>
              <a:buNone/>
              <a:defRPr sz="2400">
                <a:solidFill>
                  <a:srgbClr val="FFFFFF"/>
                </a:solidFill>
              </a:defRPr>
            </a:lvl5pPr>
            <a:lvl6pPr lvl="5">
              <a:spcBef>
                <a:spcPts val="0"/>
              </a:spcBef>
              <a:spcAft>
                <a:spcPts val="0"/>
              </a:spcAft>
              <a:buClr>
                <a:srgbClr val="FFFFFF"/>
              </a:buClr>
              <a:buSzPts val="2400"/>
              <a:buNone/>
              <a:defRPr sz="2400">
                <a:solidFill>
                  <a:srgbClr val="FFFFFF"/>
                </a:solidFill>
              </a:defRPr>
            </a:lvl6pPr>
            <a:lvl7pPr lvl="6">
              <a:spcBef>
                <a:spcPts val="0"/>
              </a:spcBef>
              <a:spcAft>
                <a:spcPts val="0"/>
              </a:spcAft>
              <a:buClr>
                <a:srgbClr val="FFFFFF"/>
              </a:buClr>
              <a:buSzPts val="2400"/>
              <a:buNone/>
              <a:defRPr sz="2400">
                <a:solidFill>
                  <a:srgbClr val="FFFFFF"/>
                </a:solidFill>
              </a:defRPr>
            </a:lvl7pPr>
            <a:lvl8pPr lvl="7">
              <a:spcBef>
                <a:spcPts val="0"/>
              </a:spcBef>
              <a:spcAft>
                <a:spcPts val="0"/>
              </a:spcAft>
              <a:buClr>
                <a:srgbClr val="FFFFFF"/>
              </a:buClr>
              <a:buSzPts val="2400"/>
              <a:buNone/>
              <a:defRPr sz="2400">
                <a:solidFill>
                  <a:srgbClr val="FFFFFF"/>
                </a:solidFill>
              </a:defRPr>
            </a:lvl8pPr>
            <a:lvl9pPr lvl="8">
              <a:spcBef>
                <a:spcPts val="0"/>
              </a:spcBef>
              <a:spcAft>
                <a:spcPts val="0"/>
              </a:spcAft>
              <a:buClr>
                <a:srgbClr val="FFFFFF"/>
              </a:buClr>
              <a:buSzPts val="2400"/>
              <a:buNone/>
              <a:defRPr sz="2400">
                <a:solidFill>
                  <a:srgbClr val="FFFFFF"/>
                </a:solidFill>
              </a:defRPr>
            </a:lvl9pPr>
          </a:lstStyle>
          <a:p>
            <a:endParaRPr/>
          </a:p>
        </p:txBody>
      </p:sp>
      <p:sp>
        <p:nvSpPr>
          <p:cNvPr id="269" name="Google Shape;269;p23"/>
          <p:cNvSpPr txBox="1">
            <a:spLocks noGrp="1"/>
          </p:cNvSpPr>
          <p:nvPr>
            <p:ph type="title" idx="3"/>
          </p:nvPr>
        </p:nvSpPr>
        <p:spPr>
          <a:xfrm>
            <a:off x="283400" y="1251548"/>
            <a:ext cx="5205600" cy="1506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1pPr>
            <a:lvl2pPr lvl="1">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2pPr>
            <a:lvl3pPr lvl="2">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3pPr>
            <a:lvl4pPr lvl="3">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4pPr>
            <a:lvl5pPr lvl="4">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5pPr>
            <a:lvl6pPr lvl="5">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6pPr>
            <a:lvl7pPr lvl="6">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7pPr>
            <a:lvl8pPr lvl="7">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8pPr>
            <a:lvl9pPr lvl="8">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9pPr>
          </a:lstStyle>
          <a:p>
            <a:endParaRPr/>
          </a:p>
        </p:txBody>
      </p:sp>
      <p:pic>
        <p:nvPicPr>
          <p:cNvPr id="270" name="Google Shape;270;p23" title="N Isotype.png"/>
          <p:cNvPicPr preferRelativeResize="0"/>
          <p:nvPr/>
        </p:nvPicPr>
        <p:blipFill>
          <a:blip r:embed="rId2">
            <a:alphaModFix/>
          </a:blip>
          <a:stretch>
            <a:fillRect/>
          </a:stretch>
        </p:blipFill>
        <p:spPr>
          <a:xfrm>
            <a:off x="8839821" y="66450"/>
            <a:ext cx="236382" cy="294000"/>
          </a:xfrm>
          <a:prstGeom prst="rect">
            <a:avLst/>
          </a:prstGeom>
          <a:noFill/>
          <a:ln>
            <a:noFill/>
          </a:ln>
        </p:spPr>
      </p:pic>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ido XII">
  <p:cSld name="SECTION_HEADER_1_1_2_3">
    <p:spTree>
      <p:nvGrpSpPr>
        <p:cNvPr id="1" name="Shape 271"/>
        <p:cNvGrpSpPr/>
        <p:nvPr/>
      </p:nvGrpSpPr>
      <p:grpSpPr>
        <a:xfrm>
          <a:off x="0" y="0"/>
          <a:ext cx="0" cy="0"/>
          <a:chOff x="0" y="0"/>
          <a:chExt cx="0" cy="0"/>
        </a:xfrm>
      </p:grpSpPr>
      <p:sp>
        <p:nvSpPr>
          <p:cNvPr id="272" name="Google Shape;272;p24"/>
          <p:cNvSpPr/>
          <p:nvPr/>
        </p:nvSpPr>
        <p:spPr>
          <a:xfrm rot="5400000" flipH="1">
            <a:off x="-254800" y="221450"/>
            <a:ext cx="5150100" cy="4707300"/>
          </a:xfrm>
          <a:prstGeom prst="rect">
            <a:avLst/>
          </a:prstGeom>
          <a:gradFill>
            <a:gsLst>
              <a:gs pos="0">
                <a:srgbClr val="217BEE"/>
              </a:gs>
              <a:gs pos="25000">
                <a:srgbClr val="217BEE">
                  <a:alpha val="37254"/>
                </a:srgbClr>
              </a:gs>
              <a:gs pos="49000">
                <a:schemeClr val="lt1"/>
              </a:gs>
              <a:gs pos="100000">
                <a:schemeClr val="lt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4"/>
          <p:cNvSpPr txBox="1">
            <a:spLocks noGrp="1"/>
          </p:cNvSpPr>
          <p:nvPr>
            <p:ph type="sldNum" idx="12"/>
          </p:nvPr>
        </p:nvSpPr>
        <p:spPr>
          <a:xfrm>
            <a:off x="8179058" y="4355342"/>
            <a:ext cx="548700" cy="393600"/>
          </a:xfrm>
          <a:prstGeom prst="rect">
            <a:avLst/>
          </a:prstGeom>
        </p:spPr>
        <p:txBody>
          <a:bodyPr spcFirstLastPara="1" wrap="square" lIns="91425" tIns="91425" rIns="91425" bIns="91425" anchor="ctr" anchorCtr="0">
            <a:normAutofit/>
          </a:bodyPr>
          <a:lstStyle>
            <a:lvl1pPr lvl="0">
              <a:buNone/>
              <a:defRPr>
                <a:solidFill>
                  <a:srgbClr val="0025F5"/>
                </a:solidFill>
                <a:latin typeface="Manrope SemiBold"/>
                <a:ea typeface="Manrope SemiBold"/>
                <a:cs typeface="Manrope SemiBold"/>
                <a:sym typeface="Manrope SemiBold"/>
              </a:defRPr>
            </a:lvl1pPr>
            <a:lvl2pPr lvl="1">
              <a:buNone/>
              <a:defRPr>
                <a:solidFill>
                  <a:srgbClr val="0025F5"/>
                </a:solidFill>
                <a:latin typeface="Manrope SemiBold"/>
                <a:ea typeface="Manrope SemiBold"/>
                <a:cs typeface="Manrope SemiBold"/>
                <a:sym typeface="Manrope SemiBold"/>
              </a:defRPr>
            </a:lvl2pPr>
            <a:lvl3pPr lvl="2">
              <a:buNone/>
              <a:defRPr>
                <a:solidFill>
                  <a:srgbClr val="0025F5"/>
                </a:solidFill>
                <a:latin typeface="Manrope SemiBold"/>
                <a:ea typeface="Manrope SemiBold"/>
                <a:cs typeface="Manrope SemiBold"/>
                <a:sym typeface="Manrope SemiBold"/>
              </a:defRPr>
            </a:lvl3pPr>
            <a:lvl4pPr lvl="3">
              <a:buNone/>
              <a:defRPr>
                <a:solidFill>
                  <a:srgbClr val="0025F5"/>
                </a:solidFill>
                <a:latin typeface="Manrope SemiBold"/>
                <a:ea typeface="Manrope SemiBold"/>
                <a:cs typeface="Manrope SemiBold"/>
                <a:sym typeface="Manrope SemiBold"/>
              </a:defRPr>
            </a:lvl4pPr>
            <a:lvl5pPr lvl="4">
              <a:buNone/>
              <a:defRPr>
                <a:solidFill>
                  <a:srgbClr val="0025F5"/>
                </a:solidFill>
                <a:latin typeface="Manrope SemiBold"/>
                <a:ea typeface="Manrope SemiBold"/>
                <a:cs typeface="Manrope SemiBold"/>
                <a:sym typeface="Manrope SemiBold"/>
              </a:defRPr>
            </a:lvl5pPr>
            <a:lvl6pPr lvl="5">
              <a:buNone/>
              <a:defRPr>
                <a:solidFill>
                  <a:srgbClr val="0025F5"/>
                </a:solidFill>
                <a:latin typeface="Manrope SemiBold"/>
                <a:ea typeface="Manrope SemiBold"/>
                <a:cs typeface="Manrope SemiBold"/>
                <a:sym typeface="Manrope SemiBold"/>
              </a:defRPr>
            </a:lvl6pPr>
            <a:lvl7pPr lvl="6">
              <a:buNone/>
              <a:defRPr>
                <a:solidFill>
                  <a:srgbClr val="0025F5"/>
                </a:solidFill>
                <a:latin typeface="Manrope SemiBold"/>
                <a:ea typeface="Manrope SemiBold"/>
                <a:cs typeface="Manrope SemiBold"/>
                <a:sym typeface="Manrope SemiBold"/>
              </a:defRPr>
            </a:lvl7pPr>
            <a:lvl8pPr lvl="7">
              <a:buNone/>
              <a:defRPr>
                <a:solidFill>
                  <a:srgbClr val="0025F5"/>
                </a:solidFill>
                <a:latin typeface="Manrope SemiBold"/>
                <a:ea typeface="Manrope SemiBold"/>
                <a:cs typeface="Manrope SemiBold"/>
                <a:sym typeface="Manrope SemiBold"/>
              </a:defRPr>
            </a:lvl8pPr>
            <a:lvl9pPr lvl="8">
              <a:buNone/>
              <a:defRPr>
                <a:solidFill>
                  <a:srgbClr val="0025F5"/>
                </a:solidFill>
                <a:latin typeface="Manrope SemiBold"/>
                <a:ea typeface="Manrope SemiBold"/>
                <a:cs typeface="Manrope SemiBold"/>
                <a:sym typeface="Manrope SemiBold"/>
              </a:defRPr>
            </a:lvl9pPr>
          </a:lstStyle>
          <a:p>
            <a:pPr marL="0" lvl="0" indent="0" algn="r" rtl="0">
              <a:spcBef>
                <a:spcPts val="0"/>
              </a:spcBef>
              <a:spcAft>
                <a:spcPts val="0"/>
              </a:spcAft>
              <a:buNone/>
            </a:pPr>
            <a:fld id="{00000000-1234-1234-1234-123412341234}" type="slidenum">
              <a:rPr lang="en-GB"/>
              <a:t>‹Nº›</a:t>
            </a:fld>
            <a:endParaRPr/>
          </a:p>
        </p:txBody>
      </p:sp>
      <p:sp>
        <p:nvSpPr>
          <p:cNvPr id="274" name="Google Shape;274;p24"/>
          <p:cNvSpPr>
            <a:spLocks noGrp="1"/>
          </p:cNvSpPr>
          <p:nvPr>
            <p:ph type="pic" idx="2"/>
          </p:nvPr>
        </p:nvSpPr>
        <p:spPr>
          <a:xfrm>
            <a:off x="549304" y="869725"/>
            <a:ext cx="4124700" cy="3738300"/>
          </a:xfrm>
          <a:prstGeom prst="rect">
            <a:avLst/>
          </a:prstGeom>
          <a:noFill/>
          <a:ln>
            <a:noFill/>
          </a:ln>
        </p:spPr>
      </p:sp>
      <p:sp>
        <p:nvSpPr>
          <p:cNvPr id="275" name="Google Shape;275;p24"/>
          <p:cNvSpPr/>
          <p:nvPr/>
        </p:nvSpPr>
        <p:spPr>
          <a:xfrm rot="5400000" flipH="1">
            <a:off x="5720400" y="-1068925"/>
            <a:ext cx="2414700" cy="4507800"/>
          </a:xfrm>
          <a:prstGeom prst="rect">
            <a:avLst/>
          </a:prstGeom>
          <a:gradFill>
            <a:gsLst>
              <a:gs pos="0">
                <a:srgbClr val="217BEE"/>
              </a:gs>
              <a:gs pos="25000">
                <a:srgbClr val="217BEE">
                  <a:alpha val="37254"/>
                </a:srgbClr>
              </a:gs>
              <a:gs pos="49000">
                <a:schemeClr val="lt1"/>
              </a:gs>
              <a:gs pos="100000">
                <a:schemeClr val="lt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4"/>
          <p:cNvSpPr/>
          <p:nvPr/>
        </p:nvSpPr>
        <p:spPr>
          <a:xfrm>
            <a:off x="3338150" y="2071125"/>
            <a:ext cx="5839200" cy="30726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4"/>
          <p:cNvSpPr txBox="1">
            <a:spLocks noGrp="1"/>
          </p:cNvSpPr>
          <p:nvPr>
            <p:ph type="title"/>
          </p:nvPr>
        </p:nvSpPr>
        <p:spPr>
          <a:xfrm>
            <a:off x="3654950" y="2536319"/>
            <a:ext cx="5205600" cy="653400"/>
          </a:xfrm>
          <a:prstGeom prst="rect">
            <a:avLst/>
          </a:prstGeom>
        </p:spPr>
        <p:txBody>
          <a:bodyPr spcFirstLastPara="1" wrap="square" lIns="0" tIns="0" rIns="0" bIns="0" anchor="t" anchorCtr="0">
            <a:noAutofit/>
          </a:bodyPr>
          <a:lstStyle>
            <a:lvl1pPr lvl="0">
              <a:spcBef>
                <a:spcPts val="0"/>
              </a:spcBef>
              <a:spcAft>
                <a:spcPts val="0"/>
              </a:spcAft>
              <a:buClr>
                <a:srgbClr val="217BEE"/>
              </a:buClr>
              <a:buSzPts val="2000"/>
              <a:buNone/>
              <a:defRPr sz="2000">
                <a:solidFill>
                  <a:srgbClr val="217BEE"/>
                </a:solidFill>
              </a:defRPr>
            </a:lvl1pPr>
            <a:lvl2pPr lvl="1">
              <a:spcBef>
                <a:spcPts val="0"/>
              </a:spcBef>
              <a:spcAft>
                <a:spcPts val="0"/>
              </a:spcAft>
              <a:buClr>
                <a:srgbClr val="FFFFFF"/>
              </a:buClr>
              <a:buSzPts val="2400"/>
              <a:buNone/>
              <a:defRPr sz="2400">
                <a:solidFill>
                  <a:srgbClr val="FFFFFF"/>
                </a:solidFill>
              </a:defRPr>
            </a:lvl2pPr>
            <a:lvl3pPr lvl="2">
              <a:spcBef>
                <a:spcPts val="0"/>
              </a:spcBef>
              <a:spcAft>
                <a:spcPts val="0"/>
              </a:spcAft>
              <a:buClr>
                <a:srgbClr val="FFFFFF"/>
              </a:buClr>
              <a:buSzPts val="2400"/>
              <a:buNone/>
              <a:defRPr sz="2400">
                <a:solidFill>
                  <a:srgbClr val="FFFFFF"/>
                </a:solidFill>
              </a:defRPr>
            </a:lvl3pPr>
            <a:lvl4pPr lvl="3">
              <a:spcBef>
                <a:spcPts val="0"/>
              </a:spcBef>
              <a:spcAft>
                <a:spcPts val="0"/>
              </a:spcAft>
              <a:buClr>
                <a:srgbClr val="FFFFFF"/>
              </a:buClr>
              <a:buSzPts val="2400"/>
              <a:buNone/>
              <a:defRPr sz="2400">
                <a:solidFill>
                  <a:srgbClr val="FFFFFF"/>
                </a:solidFill>
              </a:defRPr>
            </a:lvl4pPr>
            <a:lvl5pPr lvl="4">
              <a:spcBef>
                <a:spcPts val="0"/>
              </a:spcBef>
              <a:spcAft>
                <a:spcPts val="0"/>
              </a:spcAft>
              <a:buClr>
                <a:srgbClr val="FFFFFF"/>
              </a:buClr>
              <a:buSzPts val="2400"/>
              <a:buNone/>
              <a:defRPr sz="2400">
                <a:solidFill>
                  <a:srgbClr val="FFFFFF"/>
                </a:solidFill>
              </a:defRPr>
            </a:lvl5pPr>
            <a:lvl6pPr lvl="5">
              <a:spcBef>
                <a:spcPts val="0"/>
              </a:spcBef>
              <a:spcAft>
                <a:spcPts val="0"/>
              </a:spcAft>
              <a:buClr>
                <a:srgbClr val="FFFFFF"/>
              </a:buClr>
              <a:buSzPts val="2400"/>
              <a:buNone/>
              <a:defRPr sz="2400">
                <a:solidFill>
                  <a:srgbClr val="FFFFFF"/>
                </a:solidFill>
              </a:defRPr>
            </a:lvl6pPr>
            <a:lvl7pPr lvl="6">
              <a:spcBef>
                <a:spcPts val="0"/>
              </a:spcBef>
              <a:spcAft>
                <a:spcPts val="0"/>
              </a:spcAft>
              <a:buClr>
                <a:srgbClr val="FFFFFF"/>
              </a:buClr>
              <a:buSzPts val="2400"/>
              <a:buNone/>
              <a:defRPr sz="2400">
                <a:solidFill>
                  <a:srgbClr val="FFFFFF"/>
                </a:solidFill>
              </a:defRPr>
            </a:lvl7pPr>
            <a:lvl8pPr lvl="7">
              <a:spcBef>
                <a:spcPts val="0"/>
              </a:spcBef>
              <a:spcAft>
                <a:spcPts val="0"/>
              </a:spcAft>
              <a:buClr>
                <a:srgbClr val="FFFFFF"/>
              </a:buClr>
              <a:buSzPts val="2400"/>
              <a:buNone/>
              <a:defRPr sz="2400">
                <a:solidFill>
                  <a:srgbClr val="FFFFFF"/>
                </a:solidFill>
              </a:defRPr>
            </a:lvl8pPr>
            <a:lvl9pPr lvl="8">
              <a:spcBef>
                <a:spcPts val="0"/>
              </a:spcBef>
              <a:spcAft>
                <a:spcPts val="0"/>
              </a:spcAft>
              <a:buClr>
                <a:srgbClr val="FFFFFF"/>
              </a:buClr>
              <a:buSzPts val="2400"/>
              <a:buNone/>
              <a:defRPr sz="2400">
                <a:solidFill>
                  <a:srgbClr val="FFFFFF"/>
                </a:solidFill>
              </a:defRPr>
            </a:lvl9pPr>
          </a:lstStyle>
          <a:p>
            <a:endParaRPr/>
          </a:p>
        </p:txBody>
      </p:sp>
      <p:sp>
        <p:nvSpPr>
          <p:cNvPr id="278" name="Google Shape;278;p24"/>
          <p:cNvSpPr txBox="1">
            <a:spLocks noGrp="1"/>
          </p:cNvSpPr>
          <p:nvPr>
            <p:ph type="title" idx="3"/>
          </p:nvPr>
        </p:nvSpPr>
        <p:spPr>
          <a:xfrm>
            <a:off x="3654950" y="3322679"/>
            <a:ext cx="5205600" cy="10302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1pPr>
            <a:lvl2pPr lvl="1">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2pPr>
            <a:lvl3pPr lvl="2">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3pPr>
            <a:lvl4pPr lvl="3">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4pPr>
            <a:lvl5pPr lvl="4">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5pPr>
            <a:lvl6pPr lvl="5">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6pPr>
            <a:lvl7pPr lvl="6">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7pPr>
            <a:lvl8pPr lvl="7">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8pPr>
            <a:lvl9pPr lvl="8">
              <a:spcBef>
                <a:spcPts val="0"/>
              </a:spcBef>
              <a:spcAft>
                <a:spcPts val="0"/>
              </a:spcAft>
              <a:buClr>
                <a:schemeClr val="dk1"/>
              </a:buClr>
              <a:buSzPts val="1000"/>
              <a:buFont typeface="Instrument Sans"/>
              <a:buNone/>
              <a:defRPr sz="1000" b="0">
                <a:solidFill>
                  <a:schemeClr val="dk1"/>
                </a:solidFill>
                <a:latin typeface="Instrument Sans"/>
                <a:ea typeface="Instrument Sans"/>
                <a:cs typeface="Instrument Sans"/>
                <a:sym typeface="Instrument Sans"/>
              </a:defRPr>
            </a:lvl9pPr>
          </a:lstStyle>
          <a:p>
            <a:endParaRPr/>
          </a:p>
        </p:txBody>
      </p:sp>
      <p:pic>
        <p:nvPicPr>
          <p:cNvPr id="279" name="Google Shape;279;p24" title="N Isotype.png"/>
          <p:cNvPicPr preferRelativeResize="0"/>
          <p:nvPr/>
        </p:nvPicPr>
        <p:blipFill>
          <a:blip r:embed="rId2">
            <a:alphaModFix/>
          </a:blip>
          <a:stretch>
            <a:fillRect/>
          </a:stretch>
        </p:blipFill>
        <p:spPr>
          <a:xfrm>
            <a:off x="8839821" y="66450"/>
            <a:ext cx="236382" cy="294000"/>
          </a:xfrm>
          <a:prstGeom prst="rect">
            <a:avLst/>
          </a:prstGeom>
          <a:noFill/>
          <a:ln>
            <a:noFill/>
          </a:ln>
        </p:spPr>
      </p:pic>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ido XIII">
  <p:cSld name="SECTION_HEADER_1_1_2_1">
    <p:spTree>
      <p:nvGrpSpPr>
        <p:cNvPr id="1" name="Shape 280"/>
        <p:cNvGrpSpPr/>
        <p:nvPr/>
      </p:nvGrpSpPr>
      <p:grpSpPr>
        <a:xfrm>
          <a:off x="0" y="0"/>
          <a:ext cx="0" cy="0"/>
          <a:chOff x="0" y="0"/>
          <a:chExt cx="0" cy="0"/>
        </a:xfrm>
      </p:grpSpPr>
      <p:sp>
        <p:nvSpPr>
          <p:cNvPr id="281" name="Google Shape;281;p25"/>
          <p:cNvSpPr/>
          <p:nvPr/>
        </p:nvSpPr>
        <p:spPr>
          <a:xfrm rot="10800000">
            <a:off x="5904000" y="-7975"/>
            <a:ext cx="3273600" cy="5187000"/>
          </a:xfrm>
          <a:prstGeom prst="rect">
            <a:avLst/>
          </a:prstGeom>
          <a:gradFill>
            <a:gsLst>
              <a:gs pos="0">
                <a:srgbClr val="D13C60"/>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5"/>
          <p:cNvSpPr txBox="1">
            <a:spLocks noGrp="1"/>
          </p:cNvSpPr>
          <p:nvPr>
            <p:ph type="title"/>
          </p:nvPr>
        </p:nvSpPr>
        <p:spPr>
          <a:xfrm>
            <a:off x="6257700" y="4371000"/>
            <a:ext cx="2604600" cy="474000"/>
          </a:xfrm>
          <a:prstGeom prst="rect">
            <a:avLst/>
          </a:prstGeom>
        </p:spPr>
        <p:txBody>
          <a:bodyPr spcFirstLastPara="1" wrap="square" lIns="0" tIns="0" rIns="0" bIns="0" anchor="ctr" anchorCtr="0">
            <a:noAutofit/>
          </a:bodyPr>
          <a:lstStyle>
            <a:lvl1pPr lvl="0">
              <a:lnSpc>
                <a:spcPct val="115000"/>
              </a:lnSpc>
              <a:spcBef>
                <a:spcPts val="0"/>
              </a:spcBef>
              <a:spcAft>
                <a:spcPts val="0"/>
              </a:spcAft>
              <a:buClr>
                <a:schemeClr val="lt1"/>
              </a:buClr>
              <a:buSzPts val="1600"/>
              <a:buFont typeface="Instrument Sans"/>
              <a:buNone/>
              <a:defRPr sz="1600" b="0">
                <a:solidFill>
                  <a:schemeClr val="lt1"/>
                </a:solidFill>
                <a:latin typeface="Instrument Sans"/>
                <a:ea typeface="Instrument Sans"/>
                <a:cs typeface="Instrument Sans"/>
                <a:sym typeface="Instrument Sans"/>
              </a:defRPr>
            </a:lvl1pPr>
            <a:lvl2pPr lvl="1">
              <a:lnSpc>
                <a:spcPct val="115000"/>
              </a:lnSpc>
              <a:spcBef>
                <a:spcPts val="0"/>
              </a:spcBef>
              <a:spcAft>
                <a:spcPts val="0"/>
              </a:spcAft>
              <a:buClr>
                <a:schemeClr val="lt1"/>
              </a:buClr>
              <a:buSzPts val="1600"/>
              <a:buNone/>
              <a:defRPr sz="1600" b="0">
                <a:solidFill>
                  <a:schemeClr val="lt1"/>
                </a:solidFill>
              </a:defRPr>
            </a:lvl2pPr>
            <a:lvl3pPr lvl="2">
              <a:lnSpc>
                <a:spcPct val="115000"/>
              </a:lnSpc>
              <a:spcBef>
                <a:spcPts val="0"/>
              </a:spcBef>
              <a:spcAft>
                <a:spcPts val="0"/>
              </a:spcAft>
              <a:buClr>
                <a:schemeClr val="lt1"/>
              </a:buClr>
              <a:buSzPts val="1600"/>
              <a:buNone/>
              <a:defRPr sz="1600" b="0">
                <a:solidFill>
                  <a:schemeClr val="lt1"/>
                </a:solidFill>
              </a:defRPr>
            </a:lvl3pPr>
            <a:lvl4pPr lvl="3">
              <a:lnSpc>
                <a:spcPct val="115000"/>
              </a:lnSpc>
              <a:spcBef>
                <a:spcPts val="0"/>
              </a:spcBef>
              <a:spcAft>
                <a:spcPts val="0"/>
              </a:spcAft>
              <a:buClr>
                <a:schemeClr val="lt1"/>
              </a:buClr>
              <a:buSzPts val="1600"/>
              <a:buNone/>
              <a:defRPr sz="1600" b="0">
                <a:solidFill>
                  <a:schemeClr val="lt1"/>
                </a:solidFill>
              </a:defRPr>
            </a:lvl4pPr>
            <a:lvl5pPr lvl="4">
              <a:lnSpc>
                <a:spcPct val="115000"/>
              </a:lnSpc>
              <a:spcBef>
                <a:spcPts val="0"/>
              </a:spcBef>
              <a:spcAft>
                <a:spcPts val="0"/>
              </a:spcAft>
              <a:buClr>
                <a:schemeClr val="lt1"/>
              </a:buClr>
              <a:buSzPts val="1600"/>
              <a:buNone/>
              <a:defRPr sz="1600" b="0">
                <a:solidFill>
                  <a:schemeClr val="lt1"/>
                </a:solidFill>
              </a:defRPr>
            </a:lvl5pPr>
            <a:lvl6pPr lvl="5">
              <a:lnSpc>
                <a:spcPct val="115000"/>
              </a:lnSpc>
              <a:spcBef>
                <a:spcPts val="0"/>
              </a:spcBef>
              <a:spcAft>
                <a:spcPts val="0"/>
              </a:spcAft>
              <a:buClr>
                <a:schemeClr val="lt1"/>
              </a:buClr>
              <a:buSzPts val="1600"/>
              <a:buNone/>
              <a:defRPr sz="1600" b="0">
                <a:solidFill>
                  <a:schemeClr val="lt1"/>
                </a:solidFill>
              </a:defRPr>
            </a:lvl6pPr>
            <a:lvl7pPr lvl="6">
              <a:lnSpc>
                <a:spcPct val="115000"/>
              </a:lnSpc>
              <a:spcBef>
                <a:spcPts val="0"/>
              </a:spcBef>
              <a:spcAft>
                <a:spcPts val="0"/>
              </a:spcAft>
              <a:buClr>
                <a:schemeClr val="lt1"/>
              </a:buClr>
              <a:buSzPts val="1600"/>
              <a:buNone/>
              <a:defRPr sz="1600" b="0">
                <a:solidFill>
                  <a:schemeClr val="lt1"/>
                </a:solidFill>
              </a:defRPr>
            </a:lvl7pPr>
            <a:lvl8pPr lvl="7">
              <a:lnSpc>
                <a:spcPct val="115000"/>
              </a:lnSpc>
              <a:spcBef>
                <a:spcPts val="0"/>
              </a:spcBef>
              <a:spcAft>
                <a:spcPts val="0"/>
              </a:spcAft>
              <a:buClr>
                <a:schemeClr val="lt1"/>
              </a:buClr>
              <a:buSzPts val="1600"/>
              <a:buNone/>
              <a:defRPr sz="1600" b="0">
                <a:solidFill>
                  <a:schemeClr val="lt1"/>
                </a:solidFill>
              </a:defRPr>
            </a:lvl8pPr>
            <a:lvl9pPr lvl="8">
              <a:lnSpc>
                <a:spcPct val="115000"/>
              </a:lnSpc>
              <a:spcBef>
                <a:spcPts val="0"/>
              </a:spcBef>
              <a:spcAft>
                <a:spcPts val="0"/>
              </a:spcAft>
              <a:buClr>
                <a:schemeClr val="lt1"/>
              </a:buClr>
              <a:buSzPts val="1600"/>
              <a:buNone/>
              <a:defRPr sz="1600" b="0">
                <a:solidFill>
                  <a:schemeClr val="lt1"/>
                </a:solidFill>
              </a:defRPr>
            </a:lvl9pPr>
          </a:lstStyle>
          <a:p>
            <a:endParaRPr/>
          </a:p>
        </p:txBody>
      </p:sp>
      <p:pic>
        <p:nvPicPr>
          <p:cNvPr id="283" name="Google Shape;283;p25" title="N Isotype.png"/>
          <p:cNvPicPr preferRelativeResize="0"/>
          <p:nvPr/>
        </p:nvPicPr>
        <p:blipFill>
          <a:blip r:embed="rId2">
            <a:alphaModFix/>
          </a:blip>
          <a:stretch>
            <a:fillRect/>
          </a:stretch>
        </p:blipFill>
        <p:spPr>
          <a:xfrm>
            <a:off x="8376360" y="248625"/>
            <a:ext cx="394276" cy="490376"/>
          </a:xfrm>
          <a:prstGeom prst="rect">
            <a:avLst/>
          </a:prstGeom>
          <a:noFill/>
          <a:ln>
            <a:noFill/>
          </a:ln>
        </p:spPr>
      </p:pic>
      <p:sp>
        <p:nvSpPr>
          <p:cNvPr id="284" name="Google Shape;284;p25"/>
          <p:cNvSpPr txBox="1">
            <a:spLocks noGrp="1"/>
          </p:cNvSpPr>
          <p:nvPr>
            <p:ph type="title" idx="2"/>
          </p:nvPr>
        </p:nvSpPr>
        <p:spPr>
          <a:xfrm>
            <a:off x="375425" y="986850"/>
            <a:ext cx="6774600" cy="143100"/>
          </a:xfrm>
          <a:prstGeom prst="rect">
            <a:avLst/>
          </a:prstGeom>
        </p:spPr>
        <p:txBody>
          <a:bodyPr spcFirstLastPara="1" wrap="square" lIns="0" tIns="0" rIns="0" bIns="0" anchor="t" anchorCtr="0">
            <a:noAutofit/>
          </a:bodyPr>
          <a:lstStyle>
            <a:lvl1pPr lvl="0">
              <a:spcBef>
                <a:spcPts val="0"/>
              </a:spcBef>
              <a:spcAft>
                <a:spcPts val="0"/>
              </a:spcAft>
              <a:buClr>
                <a:srgbClr val="1C1D1E"/>
              </a:buClr>
              <a:buSzPts val="1200"/>
              <a:buFont typeface="Instrument Sans"/>
              <a:buNone/>
              <a:defRPr sz="12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285" name="Google Shape;285;p25"/>
          <p:cNvSpPr txBox="1">
            <a:spLocks noGrp="1"/>
          </p:cNvSpPr>
          <p:nvPr>
            <p:ph type="title" idx="3"/>
          </p:nvPr>
        </p:nvSpPr>
        <p:spPr>
          <a:xfrm>
            <a:off x="375425" y="451425"/>
            <a:ext cx="49977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286" name="Google Shape;286;p25"/>
          <p:cNvSpPr txBox="1">
            <a:spLocks noGrp="1"/>
          </p:cNvSpPr>
          <p:nvPr>
            <p:ph type="subTitle" idx="1"/>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lt2"/>
              </a:buClr>
              <a:buSzPts val="1300"/>
              <a:buFont typeface="Instrument Sans SemiBold"/>
              <a:buNone/>
              <a:defRPr sz="1300">
                <a:solidFill>
                  <a:schemeClr val="lt2"/>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287" name="Google Shape;287;p25"/>
          <p:cNvSpPr/>
          <p:nvPr/>
        </p:nvSpPr>
        <p:spPr>
          <a:xfrm rot="5400000">
            <a:off x="3360125" y="2739500"/>
            <a:ext cx="1610400" cy="24156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288" name="Google Shape;288;p25"/>
          <p:cNvSpPr txBox="1"/>
          <p:nvPr/>
        </p:nvSpPr>
        <p:spPr>
          <a:xfrm>
            <a:off x="3027914" y="3678100"/>
            <a:ext cx="2290800" cy="10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900">
                <a:solidFill>
                  <a:schemeClr val="dk1"/>
                </a:solidFill>
                <a:latin typeface="Manrope"/>
                <a:ea typeface="Manrope"/>
                <a:cs typeface="Manrope"/>
                <a:sym typeface="Manrope"/>
              </a:rPr>
              <a:t>Cuerpo de texto</a:t>
            </a:r>
            <a:endParaRPr sz="900">
              <a:solidFill>
                <a:schemeClr val="dk1"/>
              </a:solidFill>
              <a:latin typeface="Manrope"/>
              <a:ea typeface="Manrope"/>
              <a:cs typeface="Manrope"/>
              <a:sym typeface="Manrope"/>
            </a:endParaRPr>
          </a:p>
        </p:txBody>
      </p:sp>
      <p:sp>
        <p:nvSpPr>
          <p:cNvPr id="289" name="Google Shape;289;p25"/>
          <p:cNvSpPr txBox="1"/>
          <p:nvPr/>
        </p:nvSpPr>
        <p:spPr>
          <a:xfrm>
            <a:off x="4764599" y="3657790"/>
            <a:ext cx="481800" cy="1752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5200">
                <a:solidFill>
                  <a:srgbClr val="D13C60"/>
                </a:solidFill>
                <a:latin typeface="Manrope SemiBold"/>
                <a:ea typeface="Manrope SemiBold"/>
                <a:cs typeface="Manrope SemiBold"/>
                <a:sym typeface="Manrope SemiBold"/>
              </a:rPr>
              <a:t>0</a:t>
            </a:r>
            <a:endParaRPr sz="5200">
              <a:solidFill>
                <a:srgbClr val="D13C60"/>
              </a:solidFill>
              <a:latin typeface="Manrope SemiBold"/>
              <a:ea typeface="Manrope SemiBold"/>
              <a:cs typeface="Manrope SemiBold"/>
              <a:sym typeface="Manrope SemiBold"/>
            </a:endParaRPr>
          </a:p>
        </p:txBody>
      </p:sp>
      <p:sp>
        <p:nvSpPr>
          <p:cNvPr id="290" name="Google Shape;290;p25"/>
          <p:cNvSpPr txBox="1"/>
          <p:nvPr/>
        </p:nvSpPr>
        <p:spPr>
          <a:xfrm>
            <a:off x="3027917" y="3349477"/>
            <a:ext cx="1769100" cy="1431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1000">
                <a:solidFill>
                  <a:srgbClr val="373737"/>
                </a:solidFill>
                <a:latin typeface="Manrope"/>
                <a:ea typeface="Manrope"/>
                <a:cs typeface="Manrope"/>
                <a:sym typeface="Manrope"/>
              </a:rPr>
              <a:t>ETIQUETA</a:t>
            </a:r>
            <a:endParaRPr sz="1000">
              <a:solidFill>
                <a:srgbClr val="373737"/>
              </a:solidFill>
              <a:latin typeface="Manrope"/>
              <a:ea typeface="Manrope"/>
              <a:cs typeface="Manrope"/>
              <a:sym typeface="Manrope"/>
            </a:endParaRPr>
          </a:p>
        </p:txBody>
      </p:sp>
      <p:sp>
        <p:nvSpPr>
          <p:cNvPr id="291" name="Google Shape;291;p25"/>
          <p:cNvSpPr txBox="1"/>
          <p:nvPr/>
        </p:nvSpPr>
        <p:spPr>
          <a:xfrm>
            <a:off x="3010199" y="3563500"/>
            <a:ext cx="2345400" cy="114600"/>
          </a:xfrm>
          <a:prstGeom prst="rect">
            <a:avLst/>
          </a:prstGeom>
          <a:noFill/>
          <a:ln>
            <a:noFill/>
          </a:ln>
        </p:spPr>
        <p:txBody>
          <a:bodyPr spcFirstLastPara="1" wrap="square" lIns="91425" tIns="91425" rIns="91425" bIns="91425" anchor="t" anchorCtr="0">
            <a:noAutofit/>
          </a:bodyPr>
          <a:lstStyle/>
          <a:p>
            <a:pPr marL="0" lvl="0" indent="0" algn="l" rtl="0">
              <a:lnSpc>
                <a:spcPct val="7000"/>
              </a:lnSpc>
              <a:spcBef>
                <a:spcPts val="0"/>
              </a:spcBef>
              <a:spcAft>
                <a:spcPts val="0"/>
              </a:spcAft>
              <a:buNone/>
            </a:pPr>
            <a:r>
              <a:rPr lang="en-GB" sz="1200" b="1">
                <a:solidFill>
                  <a:schemeClr val="dk1"/>
                </a:solidFill>
                <a:latin typeface="Manrope"/>
                <a:ea typeface="Manrope"/>
                <a:cs typeface="Manrope"/>
                <a:sym typeface="Manrope"/>
              </a:rPr>
              <a:t>Título</a:t>
            </a:r>
            <a:endParaRPr sz="1200" b="1">
              <a:solidFill>
                <a:schemeClr val="dk1"/>
              </a:solidFill>
              <a:latin typeface="Manrope"/>
              <a:ea typeface="Manrope"/>
              <a:cs typeface="Manrope"/>
              <a:sym typeface="Manrope"/>
            </a:endParaRPr>
          </a:p>
        </p:txBody>
      </p:sp>
      <p:sp>
        <p:nvSpPr>
          <p:cNvPr id="292" name="Google Shape;292;p25"/>
          <p:cNvSpPr>
            <a:spLocks noGrp="1"/>
          </p:cNvSpPr>
          <p:nvPr>
            <p:ph type="pic" idx="4"/>
          </p:nvPr>
        </p:nvSpPr>
        <p:spPr>
          <a:xfrm rot="5400000">
            <a:off x="3338075" y="1128900"/>
            <a:ext cx="1654500" cy="2415600"/>
          </a:xfrm>
          <a:prstGeom prst="rect">
            <a:avLst/>
          </a:prstGeom>
          <a:noFill/>
          <a:ln>
            <a:noFill/>
          </a:ln>
        </p:spPr>
      </p:sp>
      <p:sp>
        <p:nvSpPr>
          <p:cNvPr id="293" name="Google Shape;293;p25"/>
          <p:cNvSpPr/>
          <p:nvPr/>
        </p:nvSpPr>
        <p:spPr>
          <a:xfrm rot="5400000">
            <a:off x="778025" y="2739500"/>
            <a:ext cx="1610400" cy="24156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anrope"/>
              <a:ea typeface="Manrope"/>
              <a:cs typeface="Manrope"/>
              <a:sym typeface="Manrope"/>
            </a:endParaRPr>
          </a:p>
        </p:txBody>
      </p:sp>
      <p:sp>
        <p:nvSpPr>
          <p:cNvPr id="294" name="Google Shape;294;p25"/>
          <p:cNvSpPr txBox="1"/>
          <p:nvPr/>
        </p:nvSpPr>
        <p:spPr>
          <a:xfrm>
            <a:off x="445814" y="3678100"/>
            <a:ext cx="2290800" cy="10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900">
                <a:solidFill>
                  <a:schemeClr val="dk1"/>
                </a:solidFill>
                <a:latin typeface="Manrope"/>
                <a:ea typeface="Manrope"/>
                <a:cs typeface="Manrope"/>
                <a:sym typeface="Manrope"/>
              </a:rPr>
              <a:t>Cuerpo de texto</a:t>
            </a:r>
            <a:endParaRPr sz="900">
              <a:solidFill>
                <a:schemeClr val="dk1"/>
              </a:solidFill>
              <a:latin typeface="Manrope"/>
              <a:ea typeface="Manrope"/>
              <a:cs typeface="Manrope"/>
              <a:sym typeface="Manrope"/>
            </a:endParaRPr>
          </a:p>
        </p:txBody>
      </p:sp>
      <p:sp>
        <p:nvSpPr>
          <p:cNvPr id="295" name="Google Shape;295;p25"/>
          <p:cNvSpPr txBox="1"/>
          <p:nvPr/>
        </p:nvSpPr>
        <p:spPr>
          <a:xfrm>
            <a:off x="2182499" y="3657790"/>
            <a:ext cx="481800" cy="1752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5200">
                <a:solidFill>
                  <a:srgbClr val="D13C60"/>
                </a:solidFill>
                <a:latin typeface="Manrope SemiBold"/>
                <a:ea typeface="Manrope SemiBold"/>
                <a:cs typeface="Manrope SemiBold"/>
                <a:sym typeface="Manrope SemiBold"/>
              </a:rPr>
              <a:t>0</a:t>
            </a:r>
            <a:endParaRPr sz="5200">
              <a:solidFill>
                <a:srgbClr val="D13C60"/>
              </a:solidFill>
              <a:latin typeface="Manrope SemiBold"/>
              <a:ea typeface="Manrope SemiBold"/>
              <a:cs typeface="Manrope SemiBold"/>
              <a:sym typeface="Manrope SemiBold"/>
            </a:endParaRPr>
          </a:p>
        </p:txBody>
      </p:sp>
      <p:sp>
        <p:nvSpPr>
          <p:cNvPr id="296" name="Google Shape;296;p25"/>
          <p:cNvSpPr txBox="1"/>
          <p:nvPr/>
        </p:nvSpPr>
        <p:spPr>
          <a:xfrm>
            <a:off x="445817" y="3349477"/>
            <a:ext cx="1769100" cy="143100"/>
          </a:xfrm>
          <a:prstGeom prst="rect">
            <a:avLst/>
          </a:prstGeom>
          <a:noFill/>
          <a:ln>
            <a:noFill/>
          </a:ln>
        </p:spPr>
        <p:txBody>
          <a:bodyPr spcFirstLastPara="1" wrap="square" lIns="91425" tIns="91425" rIns="91425" bIns="91425" anchor="t" anchorCtr="0">
            <a:noAutofit/>
          </a:bodyPr>
          <a:lstStyle/>
          <a:p>
            <a:pPr marL="0" lvl="0" indent="0" algn="l" rtl="0">
              <a:lnSpc>
                <a:spcPct val="6000"/>
              </a:lnSpc>
              <a:spcBef>
                <a:spcPts val="0"/>
              </a:spcBef>
              <a:spcAft>
                <a:spcPts val="0"/>
              </a:spcAft>
              <a:buNone/>
            </a:pPr>
            <a:r>
              <a:rPr lang="en-GB" sz="1000">
                <a:solidFill>
                  <a:srgbClr val="373737"/>
                </a:solidFill>
                <a:latin typeface="Manrope"/>
                <a:ea typeface="Manrope"/>
                <a:cs typeface="Manrope"/>
                <a:sym typeface="Manrope"/>
              </a:rPr>
              <a:t>ETIQUETA</a:t>
            </a:r>
            <a:endParaRPr sz="1000">
              <a:solidFill>
                <a:srgbClr val="373737"/>
              </a:solidFill>
              <a:latin typeface="Manrope"/>
              <a:ea typeface="Manrope"/>
              <a:cs typeface="Manrope"/>
              <a:sym typeface="Manrope"/>
            </a:endParaRPr>
          </a:p>
        </p:txBody>
      </p:sp>
      <p:sp>
        <p:nvSpPr>
          <p:cNvPr id="297" name="Google Shape;297;p25"/>
          <p:cNvSpPr txBox="1"/>
          <p:nvPr/>
        </p:nvSpPr>
        <p:spPr>
          <a:xfrm>
            <a:off x="428099" y="3563500"/>
            <a:ext cx="2345400" cy="114600"/>
          </a:xfrm>
          <a:prstGeom prst="rect">
            <a:avLst/>
          </a:prstGeom>
          <a:noFill/>
          <a:ln>
            <a:noFill/>
          </a:ln>
        </p:spPr>
        <p:txBody>
          <a:bodyPr spcFirstLastPara="1" wrap="square" lIns="91425" tIns="91425" rIns="91425" bIns="91425" anchor="t" anchorCtr="0">
            <a:noAutofit/>
          </a:bodyPr>
          <a:lstStyle/>
          <a:p>
            <a:pPr marL="0" lvl="0" indent="0" algn="l" rtl="0">
              <a:lnSpc>
                <a:spcPct val="7000"/>
              </a:lnSpc>
              <a:spcBef>
                <a:spcPts val="0"/>
              </a:spcBef>
              <a:spcAft>
                <a:spcPts val="0"/>
              </a:spcAft>
              <a:buNone/>
            </a:pPr>
            <a:r>
              <a:rPr lang="en-GB" sz="1200" b="1">
                <a:solidFill>
                  <a:schemeClr val="dk1"/>
                </a:solidFill>
                <a:latin typeface="Manrope"/>
                <a:ea typeface="Manrope"/>
                <a:cs typeface="Manrope"/>
                <a:sym typeface="Manrope"/>
              </a:rPr>
              <a:t>Título</a:t>
            </a:r>
            <a:endParaRPr sz="1200" b="1">
              <a:solidFill>
                <a:schemeClr val="dk1"/>
              </a:solidFill>
              <a:latin typeface="Manrope"/>
              <a:ea typeface="Manrope"/>
              <a:cs typeface="Manrope"/>
              <a:sym typeface="Manrope"/>
            </a:endParaRPr>
          </a:p>
        </p:txBody>
      </p:sp>
      <p:sp>
        <p:nvSpPr>
          <p:cNvPr id="298" name="Google Shape;298;p25"/>
          <p:cNvSpPr>
            <a:spLocks noGrp="1"/>
          </p:cNvSpPr>
          <p:nvPr>
            <p:ph type="pic" idx="5"/>
          </p:nvPr>
        </p:nvSpPr>
        <p:spPr>
          <a:xfrm rot="5400000">
            <a:off x="755975" y="1128900"/>
            <a:ext cx="1654500" cy="2415600"/>
          </a:xfrm>
          <a:prstGeom prst="rect">
            <a:avLst/>
          </a:prstGeom>
          <a:noFill/>
          <a:ln>
            <a:noFill/>
          </a:ln>
        </p:spPr>
      </p:sp>
      <p:sp>
        <p:nvSpPr>
          <p:cNvPr id="299" name="Google Shape;299;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5.3. Split View (III)">
  <p:cSld name="SECTION_HEADER_1_1_2_1_1_1">
    <p:bg>
      <p:bgPr>
        <a:solidFill>
          <a:srgbClr val="FFFFFF"/>
        </a:solidFill>
        <a:effectLst/>
      </p:bgPr>
    </p:bg>
    <p:spTree>
      <p:nvGrpSpPr>
        <p:cNvPr id="1" name="Shape 300"/>
        <p:cNvGrpSpPr/>
        <p:nvPr/>
      </p:nvGrpSpPr>
      <p:grpSpPr>
        <a:xfrm>
          <a:off x="0" y="0"/>
          <a:ext cx="0" cy="0"/>
          <a:chOff x="0" y="0"/>
          <a:chExt cx="0" cy="0"/>
        </a:xfrm>
      </p:grpSpPr>
      <p:sp>
        <p:nvSpPr>
          <p:cNvPr id="301" name="Google Shape;301;p26"/>
          <p:cNvSpPr>
            <a:spLocks noGrp="1"/>
          </p:cNvSpPr>
          <p:nvPr>
            <p:ph type="pic" idx="2"/>
          </p:nvPr>
        </p:nvSpPr>
        <p:spPr>
          <a:xfrm>
            <a:off x="5904000" y="-7975"/>
            <a:ext cx="3273600" cy="5143500"/>
          </a:xfrm>
          <a:prstGeom prst="rect">
            <a:avLst/>
          </a:prstGeom>
          <a:noFill/>
          <a:ln>
            <a:noFill/>
          </a:ln>
        </p:spPr>
      </p:sp>
      <p:sp>
        <p:nvSpPr>
          <p:cNvPr id="302" name="Google Shape;302;p26"/>
          <p:cNvSpPr txBox="1">
            <a:spLocks noGrp="1"/>
          </p:cNvSpPr>
          <p:nvPr>
            <p:ph type="subTitle" idx="1"/>
          </p:nvPr>
        </p:nvSpPr>
        <p:spPr>
          <a:xfrm>
            <a:off x="388250" y="3432575"/>
            <a:ext cx="2413800" cy="1431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200"/>
              <a:buNone/>
              <a:defRPr sz="1200" b="1"/>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303" name="Google Shape;303;p26"/>
          <p:cNvSpPr txBox="1">
            <a:spLocks noGrp="1"/>
          </p:cNvSpPr>
          <p:nvPr>
            <p:ph type="title"/>
          </p:nvPr>
        </p:nvSpPr>
        <p:spPr>
          <a:xfrm>
            <a:off x="388268" y="3666900"/>
            <a:ext cx="2413800" cy="936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None/>
              <a:defRPr sz="1000" b="0">
                <a:solidFill>
                  <a:srgbClr val="1C1D1E"/>
                </a:solidFill>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304" name="Google Shape;304;p26"/>
          <p:cNvSpPr txBox="1">
            <a:spLocks noGrp="1"/>
          </p:cNvSpPr>
          <p:nvPr>
            <p:ph type="subTitle" idx="3"/>
          </p:nvPr>
        </p:nvSpPr>
        <p:spPr>
          <a:xfrm>
            <a:off x="2972208" y="3432575"/>
            <a:ext cx="2413800" cy="1431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200"/>
              <a:buNone/>
              <a:defRPr sz="1200" b="1"/>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305" name="Google Shape;305;p26"/>
          <p:cNvSpPr txBox="1">
            <a:spLocks noGrp="1"/>
          </p:cNvSpPr>
          <p:nvPr>
            <p:ph type="title" idx="4"/>
          </p:nvPr>
        </p:nvSpPr>
        <p:spPr>
          <a:xfrm>
            <a:off x="2972226" y="3666900"/>
            <a:ext cx="2413800" cy="936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None/>
              <a:defRPr sz="1000" b="0">
                <a:solidFill>
                  <a:srgbClr val="1C1D1E"/>
                </a:solidFill>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pic>
        <p:nvPicPr>
          <p:cNvPr id="306" name="Google Shape;306;p26" title="N Isotype.png"/>
          <p:cNvPicPr preferRelativeResize="0"/>
          <p:nvPr/>
        </p:nvPicPr>
        <p:blipFill>
          <a:blip r:embed="rId2">
            <a:alphaModFix/>
          </a:blip>
          <a:stretch>
            <a:fillRect/>
          </a:stretch>
        </p:blipFill>
        <p:spPr>
          <a:xfrm>
            <a:off x="8376360" y="248625"/>
            <a:ext cx="394276" cy="490376"/>
          </a:xfrm>
          <a:prstGeom prst="rect">
            <a:avLst/>
          </a:prstGeom>
          <a:noFill/>
          <a:ln>
            <a:noFill/>
          </a:ln>
        </p:spPr>
      </p:pic>
      <p:sp>
        <p:nvSpPr>
          <p:cNvPr id="307" name="Google Shape;307;p26"/>
          <p:cNvSpPr txBox="1">
            <a:spLocks noGrp="1"/>
          </p:cNvSpPr>
          <p:nvPr>
            <p:ph type="title" idx="5"/>
          </p:nvPr>
        </p:nvSpPr>
        <p:spPr>
          <a:xfrm>
            <a:off x="375425" y="986850"/>
            <a:ext cx="6774600" cy="143100"/>
          </a:xfrm>
          <a:prstGeom prst="rect">
            <a:avLst/>
          </a:prstGeom>
        </p:spPr>
        <p:txBody>
          <a:bodyPr spcFirstLastPara="1" wrap="square" lIns="0" tIns="0" rIns="0" bIns="0" anchor="t" anchorCtr="0">
            <a:noAutofit/>
          </a:bodyPr>
          <a:lstStyle>
            <a:lvl1pPr lvl="0">
              <a:spcBef>
                <a:spcPts val="0"/>
              </a:spcBef>
              <a:spcAft>
                <a:spcPts val="0"/>
              </a:spcAft>
              <a:buClr>
                <a:srgbClr val="1C1D1E"/>
              </a:buClr>
              <a:buSzPts val="1200"/>
              <a:buFont typeface="Instrument Sans"/>
              <a:buNone/>
              <a:defRPr sz="12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308" name="Google Shape;308;p26"/>
          <p:cNvSpPr txBox="1">
            <a:spLocks noGrp="1"/>
          </p:cNvSpPr>
          <p:nvPr>
            <p:ph type="title" idx="6"/>
          </p:nvPr>
        </p:nvSpPr>
        <p:spPr>
          <a:xfrm>
            <a:off x="375425" y="451425"/>
            <a:ext cx="49977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309" name="Google Shape;309;p26"/>
          <p:cNvSpPr txBox="1">
            <a:spLocks noGrp="1"/>
          </p:cNvSpPr>
          <p:nvPr>
            <p:ph type="subTitle" idx="7"/>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lt2"/>
              </a:buClr>
              <a:buSzPts val="1300"/>
              <a:buFont typeface="Instrument Sans SemiBold"/>
              <a:buNone/>
              <a:defRPr sz="1300">
                <a:solidFill>
                  <a:schemeClr val="lt2"/>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310" name="Google Shape;310;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5.3. Split View (III) 1">
  <p:cSld name="SECTION_HEADER_1_1_2_1_1_1_1">
    <p:bg>
      <p:bgPr>
        <a:solidFill>
          <a:srgbClr val="FFFFFF"/>
        </a:solidFill>
        <a:effectLst/>
      </p:bgPr>
    </p:bg>
    <p:spTree>
      <p:nvGrpSpPr>
        <p:cNvPr id="1" name="Shape 311"/>
        <p:cNvGrpSpPr/>
        <p:nvPr/>
      </p:nvGrpSpPr>
      <p:grpSpPr>
        <a:xfrm>
          <a:off x="0" y="0"/>
          <a:ext cx="0" cy="0"/>
          <a:chOff x="0" y="0"/>
          <a:chExt cx="0" cy="0"/>
        </a:xfrm>
      </p:grpSpPr>
      <p:pic>
        <p:nvPicPr>
          <p:cNvPr id="312" name="Google Shape;312;p27" title="N Isotype.png"/>
          <p:cNvPicPr preferRelativeResize="0"/>
          <p:nvPr/>
        </p:nvPicPr>
        <p:blipFill>
          <a:blip r:embed="rId2">
            <a:alphaModFix/>
          </a:blip>
          <a:stretch>
            <a:fillRect/>
          </a:stretch>
        </p:blipFill>
        <p:spPr>
          <a:xfrm>
            <a:off x="8376360" y="248625"/>
            <a:ext cx="394276" cy="490376"/>
          </a:xfrm>
          <a:prstGeom prst="rect">
            <a:avLst/>
          </a:prstGeom>
          <a:noFill/>
          <a:ln>
            <a:noFill/>
          </a:ln>
        </p:spPr>
      </p:pic>
      <p:sp>
        <p:nvSpPr>
          <p:cNvPr id="313" name="Google Shape;313;p27"/>
          <p:cNvSpPr txBox="1">
            <a:spLocks noGrp="1"/>
          </p:cNvSpPr>
          <p:nvPr>
            <p:ph type="title"/>
          </p:nvPr>
        </p:nvSpPr>
        <p:spPr>
          <a:xfrm>
            <a:off x="375425" y="986850"/>
            <a:ext cx="6774600" cy="143100"/>
          </a:xfrm>
          <a:prstGeom prst="rect">
            <a:avLst/>
          </a:prstGeom>
        </p:spPr>
        <p:txBody>
          <a:bodyPr spcFirstLastPara="1" wrap="square" lIns="0" tIns="0" rIns="0" bIns="0" anchor="t" anchorCtr="0">
            <a:noAutofit/>
          </a:bodyPr>
          <a:lstStyle>
            <a:lvl1pPr lvl="0">
              <a:spcBef>
                <a:spcPts val="0"/>
              </a:spcBef>
              <a:spcAft>
                <a:spcPts val="0"/>
              </a:spcAft>
              <a:buClr>
                <a:srgbClr val="1C1D1E"/>
              </a:buClr>
              <a:buSzPts val="1200"/>
              <a:buFont typeface="Instrument Sans"/>
              <a:buNone/>
              <a:defRPr sz="12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314" name="Google Shape;314;p27"/>
          <p:cNvSpPr txBox="1">
            <a:spLocks noGrp="1"/>
          </p:cNvSpPr>
          <p:nvPr>
            <p:ph type="title" idx="2"/>
          </p:nvPr>
        </p:nvSpPr>
        <p:spPr>
          <a:xfrm>
            <a:off x="375425" y="451425"/>
            <a:ext cx="49977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315" name="Google Shape;315;p27"/>
          <p:cNvSpPr txBox="1">
            <a:spLocks noGrp="1"/>
          </p:cNvSpPr>
          <p:nvPr>
            <p:ph type="subTitle" idx="1"/>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lt2"/>
              </a:buClr>
              <a:buSzPts val="1300"/>
              <a:buFont typeface="Instrument Sans SemiBold"/>
              <a:buNone/>
              <a:defRPr sz="1300">
                <a:solidFill>
                  <a:schemeClr val="lt2"/>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316" name="Google Shape;316;p27"/>
          <p:cNvSpPr/>
          <p:nvPr/>
        </p:nvSpPr>
        <p:spPr>
          <a:xfrm rot="-5400000">
            <a:off x="4389000" y="-2679475"/>
            <a:ext cx="366000" cy="8435700"/>
          </a:xfrm>
          <a:prstGeom prst="rect">
            <a:avLst/>
          </a:prstGeom>
          <a:gradFill>
            <a:gsLst>
              <a:gs pos="0">
                <a:srgbClr val="D13C60"/>
              </a:gs>
              <a:gs pos="88000">
                <a:srgbClr val="E89EB0">
                  <a:alpha val="0"/>
                </a:srgbClr>
              </a:gs>
              <a:gs pos="100000">
                <a:srgbClr val="E89EB0">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7"/>
          <p:cNvSpPr txBox="1">
            <a:spLocks noGrp="1"/>
          </p:cNvSpPr>
          <p:nvPr>
            <p:ph type="subTitle" idx="3"/>
          </p:nvPr>
        </p:nvSpPr>
        <p:spPr>
          <a:xfrm>
            <a:off x="466550" y="1322857"/>
            <a:ext cx="8238300" cy="294000"/>
          </a:xfrm>
          <a:prstGeom prst="rect">
            <a:avLst/>
          </a:prstGeom>
        </p:spPr>
        <p:txBody>
          <a:bodyPr spcFirstLastPara="1" wrap="square" lIns="0" tIns="0" rIns="0" bIns="0" anchor="b" anchorCtr="0">
            <a:spAutoFit/>
          </a:bodyPr>
          <a:lstStyle>
            <a:lvl1pPr lvl="0">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1pPr>
            <a:lvl2pPr lvl="1">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2pPr>
            <a:lvl3pPr lvl="2">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3pPr>
            <a:lvl4pPr lvl="3">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4pPr>
            <a:lvl5pPr lvl="4">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5pPr>
            <a:lvl6pPr lvl="5">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6pPr>
            <a:lvl7pPr lvl="6">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7pPr>
            <a:lvl8pPr lvl="7">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8pPr>
            <a:lvl9pPr lvl="8">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9pPr>
          </a:lstStyle>
          <a:p>
            <a:endParaRPr/>
          </a:p>
        </p:txBody>
      </p:sp>
      <p:sp>
        <p:nvSpPr>
          <p:cNvPr id="318" name="Google Shape;318;p27"/>
          <p:cNvSpPr/>
          <p:nvPr/>
        </p:nvSpPr>
        <p:spPr>
          <a:xfrm>
            <a:off x="354150" y="1839094"/>
            <a:ext cx="2731500" cy="1397400"/>
          </a:xfrm>
          <a:prstGeom prst="rect">
            <a:avLst/>
          </a:prstGeom>
          <a:solidFill>
            <a:srgbClr val="D13D61">
              <a:alpha val="10000"/>
            </a:srgbClr>
          </a:solidFill>
          <a:ln w="9525" cap="flat" cmpd="sng">
            <a:solidFill>
              <a:srgbClr val="D13C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319" name="Google Shape;319;p27"/>
          <p:cNvSpPr txBox="1">
            <a:spLocks noGrp="1"/>
          </p:cNvSpPr>
          <p:nvPr>
            <p:ph type="subTitle" idx="4"/>
          </p:nvPr>
        </p:nvSpPr>
        <p:spPr>
          <a:xfrm>
            <a:off x="443253" y="2374494"/>
            <a:ext cx="2458500" cy="2940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000"/>
              <a:buFont typeface="Sora Medium"/>
              <a:buNone/>
              <a:defRPr sz="10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320" name="Google Shape;320;p27"/>
          <p:cNvSpPr txBox="1">
            <a:spLocks noGrp="1"/>
          </p:cNvSpPr>
          <p:nvPr>
            <p:ph type="title" idx="5"/>
          </p:nvPr>
        </p:nvSpPr>
        <p:spPr>
          <a:xfrm>
            <a:off x="443250" y="2679219"/>
            <a:ext cx="2458500" cy="369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321" name="Google Shape;321;p27"/>
          <p:cNvSpPr>
            <a:spLocks noGrp="1"/>
          </p:cNvSpPr>
          <p:nvPr>
            <p:ph type="pic" idx="6"/>
          </p:nvPr>
        </p:nvSpPr>
        <p:spPr>
          <a:xfrm>
            <a:off x="443250" y="1946919"/>
            <a:ext cx="369300" cy="369300"/>
          </a:xfrm>
          <a:prstGeom prst="ellipse">
            <a:avLst/>
          </a:prstGeom>
          <a:noFill/>
          <a:ln>
            <a:noFill/>
          </a:ln>
        </p:spPr>
      </p:sp>
      <p:sp>
        <p:nvSpPr>
          <p:cNvPr id="322" name="Google Shape;322;p27"/>
          <p:cNvSpPr/>
          <p:nvPr/>
        </p:nvSpPr>
        <p:spPr>
          <a:xfrm>
            <a:off x="3163800" y="1839094"/>
            <a:ext cx="2731500" cy="1397400"/>
          </a:xfrm>
          <a:prstGeom prst="rect">
            <a:avLst/>
          </a:prstGeom>
          <a:solidFill>
            <a:srgbClr val="D13D61">
              <a:alpha val="10000"/>
            </a:srgbClr>
          </a:solidFill>
          <a:ln w="9525" cap="flat" cmpd="sng">
            <a:solidFill>
              <a:srgbClr val="D13C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323" name="Google Shape;323;p27"/>
          <p:cNvSpPr txBox="1">
            <a:spLocks noGrp="1"/>
          </p:cNvSpPr>
          <p:nvPr>
            <p:ph type="subTitle" idx="7"/>
          </p:nvPr>
        </p:nvSpPr>
        <p:spPr>
          <a:xfrm>
            <a:off x="3252903" y="2374494"/>
            <a:ext cx="2458500" cy="2940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000"/>
              <a:buFont typeface="Sora Medium"/>
              <a:buNone/>
              <a:defRPr sz="10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324" name="Google Shape;324;p27"/>
          <p:cNvSpPr txBox="1">
            <a:spLocks noGrp="1"/>
          </p:cNvSpPr>
          <p:nvPr>
            <p:ph type="title" idx="8"/>
          </p:nvPr>
        </p:nvSpPr>
        <p:spPr>
          <a:xfrm>
            <a:off x="3252900" y="2679219"/>
            <a:ext cx="2458500" cy="369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325" name="Google Shape;325;p27"/>
          <p:cNvSpPr>
            <a:spLocks noGrp="1"/>
          </p:cNvSpPr>
          <p:nvPr>
            <p:ph type="pic" idx="9"/>
          </p:nvPr>
        </p:nvSpPr>
        <p:spPr>
          <a:xfrm>
            <a:off x="3252900" y="1946919"/>
            <a:ext cx="369300" cy="369300"/>
          </a:xfrm>
          <a:prstGeom prst="ellipse">
            <a:avLst/>
          </a:prstGeom>
          <a:noFill/>
          <a:ln>
            <a:noFill/>
          </a:ln>
        </p:spPr>
      </p:sp>
      <p:sp>
        <p:nvSpPr>
          <p:cNvPr id="326" name="Google Shape;326;p27"/>
          <p:cNvSpPr/>
          <p:nvPr/>
        </p:nvSpPr>
        <p:spPr>
          <a:xfrm>
            <a:off x="5973450" y="1839094"/>
            <a:ext cx="2731500" cy="1397400"/>
          </a:xfrm>
          <a:prstGeom prst="rect">
            <a:avLst/>
          </a:prstGeom>
          <a:solidFill>
            <a:srgbClr val="D13D61">
              <a:alpha val="10000"/>
            </a:srgbClr>
          </a:solidFill>
          <a:ln w="9525" cap="flat" cmpd="sng">
            <a:solidFill>
              <a:srgbClr val="D13C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327" name="Google Shape;327;p27"/>
          <p:cNvSpPr txBox="1">
            <a:spLocks noGrp="1"/>
          </p:cNvSpPr>
          <p:nvPr>
            <p:ph type="subTitle" idx="13"/>
          </p:nvPr>
        </p:nvSpPr>
        <p:spPr>
          <a:xfrm>
            <a:off x="6062553" y="2374494"/>
            <a:ext cx="2458500" cy="2940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000"/>
              <a:buFont typeface="Sora Medium"/>
              <a:buNone/>
              <a:defRPr sz="10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328" name="Google Shape;328;p27"/>
          <p:cNvSpPr txBox="1">
            <a:spLocks noGrp="1"/>
          </p:cNvSpPr>
          <p:nvPr>
            <p:ph type="title" idx="14"/>
          </p:nvPr>
        </p:nvSpPr>
        <p:spPr>
          <a:xfrm>
            <a:off x="6062550" y="2679219"/>
            <a:ext cx="2458500" cy="369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329" name="Google Shape;329;p27"/>
          <p:cNvSpPr>
            <a:spLocks noGrp="1"/>
          </p:cNvSpPr>
          <p:nvPr>
            <p:ph type="pic" idx="15"/>
          </p:nvPr>
        </p:nvSpPr>
        <p:spPr>
          <a:xfrm>
            <a:off x="6062550" y="1946919"/>
            <a:ext cx="369300" cy="369300"/>
          </a:xfrm>
          <a:prstGeom prst="ellipse">
            <a:avLst/>
          </a:prstGeom>
          <a:noFill/>
          <a:ln>
            <a:noFill/>
          </a:ln>
        </p:spPr>
      </p:sp>
      <p:sp>
        <p:nvSpPr>
          <p:cNvPr id="330" name="Google Shape;330;p27"/>
          <p:cNvSpPr/>
          <p:nvPr/>
        </p:nvSpPr>
        <p:spPr>
          <a:xfrm>
            <a:off x="354150" y="3408569"/>
            <a:ext cx="2731500" cy="1397400"/>
          </a:xfrm>
          <a:prstGeom prst="rect">
            <a:avLst/>
          </a:prstGeom>
          <a:solidFill>
            <a:srgbClr val="D13D61">
              <a:alpha val="10000"/>
            </a:srgbClr>
          </a:solidFill>
          <a:ln w="9525" cap="flat" cmpd="sng">
            <a:solidFill>
              <a:srgbClr val="D13C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331" name="Google Shape;331;p27"/>
          <p:cNvSpPr txBox="1">
            <a:spLocks noGrp="1"/>
          </p:cNvSpPr>
          <p:nvPr>
            <p:ph type="subTitle" idx="16"/>
          </p:nvPr>
        </p:nvSpPr>
        <p:spPr>
          <a:xfrm>
            <a:off x="443253" y="3943969"/>
            <a:ext cx="2458500" cy="2940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000"/>
              <a:buFont typeface="Sora Medium"/>
              <a:buNone/>
              <a:defRPr sz="10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332" name="Google Shape;332;p27"/>
          <p:cNvSpPr txBox="1">
            <a:spLocks noGrp="1"/>
          </p:cNvSpPr>
          <p:nvPr>
            <p:ph type="title" idx="17"/>
          </p:nvPr>
        </p:nvSpPr>
        <p:spPr>
          <a:xfrm>
            <a:off x="443250" y="4248694"/>
            <a:ext cx="2458500" cy="369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333" name="Google Shape;333;p27"/>
          <p:cNvSpPr>
            <a:spLocks noGrp="1"/>
          </p:cNvSpPr>
          <p:nvPr>
            <p:ph type="pic" idx="18"/>
          </p:nvPr>
        </p:nvSpPr>
        <p:spPr>
          <a:xfrm>
            <a:off x="443250" y="3516394"/>
            <a:ext cx="369300" cy="369300"/>
          </a:xfrm>
          <a:prstGeom prst="ellipse">
            <a:avLst/>
          </a:prstGeom>
          <a:noFill/>
          <a:ln>
            <a:noFill/>
          </a:ln>
        </p:spPr>
      </p:sp>
      <p:sp>
        <p:nvSpPr>
          <p:cNvPr id="334" name="Google Shape;334;p27"/>
          <p:cNvSpPr/>
          <p:nvPr/>
        </p:nvSpPr>
        <p:spPr>
          <a:xfrm>
            <a:off x="3163800" y="3408569"/>
            <a:ext cx="2731500" cy="1397400"/>
          </a:xfrm>
          <a:prstGeom prst="rect">
            <a:avLst/>
          </a:prstGeom>
          <a:solidFill>
            <a:srgbClr val="D13D61">
              <a:alpha val="10000"/>
            </a:srgbClr>
          </a:solidFill>
          <a:ln w="9525" cap="flat" cmpd="sng">
            <a:solidFill>
              <a:srgbClr val="D13C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335" name="Google Shape;335;p27"/>
          <p:cNvSpPr txBox="1">
            <a:spLocks noGrp="1"/>
          </p:cNvSpPr>
          <p:nvPr>
            <p:ph type="subTitle" idx="19"/>
          </p:nvPr>
        </p:nvSpPr>
        <p:spPr>
          <a:xfrm>
            <a:off x="3252903" y="3943969"/>
            <a:ext cx="2458500" cy="2940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000"/>
              <a:buFont typeface="Sora Medium"/>
              <a:buNone/>
              <a:defRPr sz="10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336" name="Google Shape;336;p27"/>
          <p:cNvSpPr txBox="1">
            <a:spLocks noGrp="1"/>
          </p:cNvSpPr>
          <p:nvPr>
            <p:ph type="title" idx="20"/>
          </p:nvPr>
        </p:nvSpPr>
        <p:spPr>
          <a:xfrm>
            <a:off x="3252900" y="4248694"/>
            <a:ext cx="2458500" cy="369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337" name="Google Shape;337;p27"/>
          <p:cNvSpPr>
            <a:spLocks noGrp="1"/>
          </p:cNvSpPr>
          <p:nvPr>
            <p:ph type="pic" idx="21"/>
          </p:nvPr>
        </p:nvSpPr>
        <p:spPr>
          <a:xfrm>
            <a:off x="3252900" y="3516394"/>
            <a:ext cx="369300" cy="369300"/>
          </a:xfrm>
          <a:prstGeom prst="ellipse">
            <a:avLst/>
          </a:prstGeom>
          <a:noFill/>
          <a:ln>
            <a:noFill/>
          </a:ln>
        </p:spPr>
      </p:sp>
      <p:sp>
        <p:nvSpPr>
          <p:cNvPr id="338" name="Google Shape;338;p27"/>
          <p:cNvSpPr/>
          <p:nvPr/>
        </p:nvSpPr>
        <p:spPr>
          <a:xfrm>
            <a:off x="5973450" y="3408569"/>
            <a:ext cx="2731500" cy="1397400"/>
          </a:xfrm>
          <a:prstGeom prst="rect">
            <a:avLst/>
          </a:prstGeom>
          <a:solidFill>
            <a:srgbClr val="D13D61">
              <a:alpha val="10000"/>
            </a:srgbClr>
          </a:solidFill>
          <a:ln w="9525" cap="flat" cmpd="sng">
            <a:solidFill>
              <a:srgbClr val="D13C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339" name="Google Shape;339;p27"/>
          <p:cNvSpPr txBox="1">
            <a:spLocks noGrp="1"/>
          </p:cNvSpPr>
          <p:nvPr>
            <p:ph type="subTitle" idx="22"/>
          </p:nvPr>
        </p:nvSpPr>
        <p:spPr>
          <a:xfrm>
            <a:off x="6062553" y="3943969"/>
            <a:ext cx="2458500" cy="2940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000"/>
              <a:buFont typeface="Sora Medium"/>
              <a:buNone/>
              <a:defRPr sz="10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340" name="Google Shape;340;p27"/>
          <p:cNvSpPr txBox="1">
            <a:spLocks noGrp="1"/>
          </p:cNvSpPr>
          <p:nvPr>
            <p:ph type="title" idx="23"/>
          </p:nvPr>
        </p:nvSpPr>
        <p:spPr>
          <a:xfrm>
            <a:off x="6062550" y="4248694"/>
            <a:ext cx="2458500" cy="369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341" name="Google Shape;341;p27"/>
          <p:cNvSpPr>
            <a:spLocks noGrp="1"/>
          </p:cNvSpPr>
          <p:nvPr>
            <p:ph type="pic" idx="24"/>
          </p:nvPr>
        </p:nvSpPr>
        <p:spPr>
          <a:xfrm>
            <a:off x="6062550" y="3516394"/>
            <a:ext cx="369300" cy="369300"/>
          </a:xfrm>
          <a:prstGeom prst="ellipse">
            <a:avLst/>
          </a:prstGeom>
          <a:noFill/>
          <a:ln>
            <a:noFill/>
          </a:ln>
        </p:spPr>
      </p:sp>
      <p:sp>
        <p:nvSpPr>
          <p:cNvPr id="342" name="Google Shape;342;p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ido XIV">
  <p:cSld name="SECTION_HEADER_1_1_2_1_1_1_1_2">
    <p:bg>
      <p:bgPr>
        <a:solidFill>
          <a:srgbClr val="FFFFFF"/>
        </a:solidFill>
        <a:effectLst/>
      </p:bgPr>
    </p:bg>
    <p:spTree>
      <p:nvGrpSpPr>
        <p:cNvPr id="1" name="Shape 343"/>
        <p:cNvGrpSpPr/>
        <p:nvPr/>
      </p:nvGrpSpPr>
      <p:grpSpPr>
        <a:xfrm>
          <a:off x="0" y="0"/>
          <a:ext cx="0" cy="0"/>
          <a:chOff x="0" y="0"/>
          <a:chExt cx="0" cy="0"/>
        </a:xfrm>
      </p:grpSpPr>
      <p:pic>
        <p:nvPicPr>
          <p:cNvPr id="344" name="Google Shape;344;p28" title="N Isotype.png"/>
          <p:cNvPicPr preferRelativeResize="0"/>
          <p:nvPr/>
        </p:nvPicPr>
        <p:blipFill>
          <a:blip r:embed="rId2">
            <a:alphaModFix/>
          </a:blip>
          <a:stretch>
            <a:fillRect/>
          </a:stretch>
        </p:blipFill>
        <p:spPr>
          <a:xfrm>
            <a:off x="8376360" y="248625"/>
            <a:ext cx="394276" cy="490376"/>
          </a:xfrm>
          <a:prstGeom prst="rect">
            <a:avLst/>
          </a:prstGeom>
          <a:noFill/>
          <a:ln>
            <a:noFill/>
          </a:ln>
        </p:spPr>
      </p:pic>
      <p:sp>
        <p:nvSpPr>
          <p:cNvPr id="345" name="Google Shape;345;p28"/>
          <p:cNvSpPr txBox="1">
            <a:spLocks noGrp="1"/>
          </p:cNvSpPr>
          <p:nvPr>
            <p:ph type="title"/>
          </p:nvPr>
        </p:nvSpPr>
        <p:spPr>
          <a:xfrm>
            <a:off x="375425" y="986850"/>
            <a:ext cx="6774600" cy="143100"/>
          </a:xfrm>
          <a:prstGeom prst="rect">
            <a:avLst/>
          </a:prstGeom>
        </p:spPr>
        <p:txBody>
          <a:bodyPr spcFirstLastPara="1" wrap="square" lIns="0" tIns="0" rIns="0" bIns="0" anchor="t" anchorCtr="0">
            <a:noAutofit/>
          </a:bodyPr>
          <a:lstStyle>
            <a:lvl1pPr lvl="0">
              <a:spcBef>
                <a:spcPts val="0"/>
              </a:spcBef>
              <a:spcAft>
                <a:spcPts val="0"/>
              </a:spcAft>
              <a:buClr>
                <a:srgbClr val="1C1D1E"/>
              </a:buClr>
              <a:buSzPts val="1200"/>
              <a:buFont typeface="Instrument Sans"/>
              <a:buNone/>
              <a:defRPr sz="12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346" name="Google Shape;346;p28"/>
          <p:cNvSpPr txBox="1">
            <a:spLocks noGrp="1"/>
          </p:cNvSpPr>
          <p:nvPr>
            <p:ph type="title" idx="2"/>
          </p:nvPr>
        </p:nvSpPr>
        <p:spPr>
          <a:xfrm>
            <a:off x="375425" y="451425"/>
            <a:ext cx="49977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347" name="Google Shape;347;p28"/>
          <p:cNvSpPr txBox="1">
            <a:spLocks noGrp="1"/>
          </p:cNvSpPr>
          <p:nvPr>
            <p:ph type="subTitle" idx="1"/>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lt2"/>
              </a:buClr>
              <a:buSzPts val="1300"/>
              <a:buFont typeface="Instrument Sans SemiBold"/>
              <a:buNone/>
              <a:defRPr sz="1300">
                <a:solidFill>
                  <a:schemeClr val="lt2"/>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348" name="Google Shape;348;p28"/>
          <p:cNvSpPr/>
          <p:nvPr/>
        </p:nvSpPr>
        <p:spPr>
          <a:xfrm>
            <a:off x="354150" y="1809750"/>
            <a:ext cx="4084500" cy="1112700"/>
          </a:xfrm>
          <a:prstGeom prst="rect">
            <a:avLst/>
          </a:prstGeom>
          <a:solidFill>
            <a:srgbClr val="D13D61">
              <a:alpha val="10000"/>
            </a:srgbClr>
          </a:solidFill>
          <a:ln w="9525" cap="flat" cmpd="sng">
            <a:solidFill>
              <a:srgbClr val="D13C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349" name="Google Shape;349;p28"/>
          <p:cNvSpPr txBox="1">
            <a:spLocks noGrp="1"/>
          </p:cNvSpPr>
          <p:nvPr>
            <p:ph type="subTitle" idx="3"/>
          </p:nvPr>
        </p:nvSpPr>
        <p:spPr>
          <a:xfrm>
            <a:off x="487388" y="2236070"/>
            <a:ext cx="3676200" cy="2340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000"/>
              <a:buFont typeface="Sora Medium"/>
              <a:buNone/>
              <a:defRPr sz="10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350" name="Google Shape;350;p28"/>
          <p:cNvSpPr txBox="1">
            <a:spLocks noGrp="1"/>
          </p:cNvSpPr>
          <p:nvPr>
            <p:ph type="title" idx="4"/>
          </p:nvPr>
        </p:nvSpPr>
        <p:spPr>
          <a:xfrm>
            <a:off x="487384" y="2478712"/>
            <a:ext cx="3676200" cy="2940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351" name="Google Shape;351;p28"/>
          <p:cNvSpPr>
            <a:spLocks noGrp="1"/>
          </p:cNvSpPr>
          <p:nvPr>
            <p:ph type="pic" idx="5"/>
          </p:nvPr>
        </p:nvSpPr>
        <p:spPr>
          <a:xfrm>
            <a:off x="487384" y="1895607"/>
            <a:ext cx="552300" cy="294000"/>
          </a:xfrm>
          <a:prstGeom prst="ellipse">
            <a:avLst/>
          </a:prstGeom>
          <a:noFill/>
          <a:ln>
            <a:noFill/>
          </a:ln>
        </p:spPr>
      </p:sp>
      <p:sp>
        <p:nvSpPr>
          <p:cNvPr id="352" name="Google Shape;352;p28"/>
          <p:cNvSpPr/>
          <p:nvPr/>
        </p:nvSpPr>
        <p:spPr>
          <a:xfrm>
            <a:off x="4555502" y="1809750"/>
            <a:ext cx="4084500" cy="1112700"/>
          </a:xfrm>
          <a:prstGeom prst="rect">
            <a:avLst/>
          </a:prstGeom>
          <a:solidFill>
            <a:srgbClr val="D13D61">
              <a:alpha val="10000"/>
            </a:srgbClr>
          </a:solidFill>
          <a:ln w="9525" cap="flat" cmpd="sng">
            <a:solidFill>
              <a:srgbClr val="D13C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353" name="Google Shape;353;p28"/>
          <p:cNvSpPr txBox="1">
            <a:spLocks noGrp="1"/>
          </p:cNvSpPr>
          <p:nvPr>
            <p:ph type="subTitle" idx="6"/>
          </p:nvPr>
        </p:nvSpPr>
        <p:spPr>
          <a:xfrm>
            <a:off x="4688740" y="2236070"/>
            <a:ext cx="3676200" cy="2340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000"/>
              <a:buFont typeface="Sora Medium"/>
              <a:buNone/>
              <a:defRPr sz="10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354" name="Google Shape;354;p28"/>
          <p:cNvSpPr txBox="1">
            <a:spLocks noGrp="1"/>
          </p:cNvSpPr>
          <p:nvPr>
            <p:ph type="title" idx="7"/>
          </p:nvPr>
        </p:nvSpPr>
        <p:spPr>
          <a:xfrm>
            <a:off x="4688736" y="2478712"/>
            <a:ext cx="3676200" cy="2940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355" name="Google Shape;355;p28"/>
          <p:cNvSpPr>
            <a:spLocks noGrp="1"/>
          </p:cNvSpPr>
          <p:nvPr>
            <p:ph type="pic" idx="8"/>
          </p:nvPr>
        </p:nvSpPr>
        <p:spPr>
          <a:xfrm>
            <a:off x="4688736" y="1895607"/>
            <a:ext cx="552300" cy="294000"/>
          </a:xfrm>
          <a:prstGeom prst="ellipse">
            <a:avLst/>
          </a:prstGeom>
          <a:noFill/>
          <a:ln>
            <a:noFill/>
          </a:ln>
        </p:spPr>
      </p:sp>
      <p:sp>
        <p:nvSpPr>
          <p:cNvPr id="356" name="Google Shape;356;p28"/>
          <p:cNvSpPr/>
          <p:nvPr/>
        </p:nvSpPr>
        <p:spPr>
          <a:xfrm>
            <a:off x="354150" y="3693100"/>
            <a:ext cx="4084500" cy="1112700"/>
          </a:xfrm>
          <a:prstGeom prst="rect">
            <a:avLst/>
          </a:prstGeom>
          <a:solidFill>
            <a:srgbClr val="D13D61">
              <a:alpha val="10000"/>
            </a:srgbClr>
          </a:solidFill>
          <a:ln w="9525" cap="flat" cmpd="sng">
            <a:solidFill>
              <a:srgbClr val="D13C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357" name="Google Shape;357;p28"/>
          <p:cNvSpPr txBox="1">
            <a:spLocks noGrp="1"/>
          </p:cNvSpPr>
          <p:nvPr>
            <p:ph type="subTitle" idx="9"/>
          </p:nvPr>
        </p:nvSpPr>
        <p:spPr>
          <a:xfrm>
            <a:off x="487388" y="4119420"/>
            <a:ext cx="3676200" cy="2340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000"/>
              <a:buFont typeface="Sora Medium"/>
              <a:buNone/>
              <a:defRPr sz="10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358" name="Google Shape;358;p28"/>
          <p:cNvSpPr txBox="1">
            <a:spLocks noGrp="1"/>
          </p:cNvSpPr>
          <p:nvPr>
            <p:ph type="title" idx="13"/>
          </p:nvPr>
        </p:nvSpPr>
        <p:spPr>
          <a:xfrm>
            <a:off x="487384" y="4362062"/>
            <a:ext cx="3676200" cy="2940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359" name="Google Shape;359;p28"/>
          <p:cNvSpPr>
            <a:spLocks noGrp="1"/>
          </p:cNvSpPr>
          <p:nvPr>
            <p:ph type="pic" idx="14"/>
          </p:nvPr>
        </p:nvSpPr>
        <p:spPr>
          <a:xfrm>
            <a:off x="487384" y="3778957"/>
            <a:ext cx="552300" cy="294000"/>
          </a:xfrm>
          <a:prstGeom prst="ellipse">
            <a:avLst/>
          </a:prstGeom>
          <a:noFill/>
          <a:ln>
            <a:noFill/>
          </a:ln>
        </p:spPr>
      </p:sp>
      <p:sp>
        <p:nvSpPr>
          <p:cNvPr id="360" name="Google Shape;360;p28"/>
          <p:cNvSpPr/>
          <p:nvPr/>
        </p:nvSpPr>
        <p:spPr>
          <a:xfrm>
            <a:off x="4555502" y="3693100"/>
            <a:ext cx="4084500" cy="1112700"/>
          </a:xfrm>
          <a:prstGeom prst="rect">
            <a:avLst/>
          </a:prstGeom>
          <a:solidFill>
            <a:srgbClr val="D13D61">
              <a:alpha val="10000"/>
            </a:srgbClr>
          </a:solidFill>
          <a:ln w="9525" cap="flat" cmpd="sng">
            <a:solidFill>
              <a:srgbClr val="D13C6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361" name="Google Shape;361;p28"/>
          <p:cNvSpPr txBox="1">
            <a:spLocks noGrp="1"/>
          </p:cNvSpPr>
          <p:nvPr>
            <p:ph type="subTitle" idx="15"/>
          </p:nvPr>
        </p:nvSpPr>
        <p:spPr>
          <a:xfrm>
            <a:off x="4688740" y="4119420"/>
            <a:ext cx="3676200" cy="234000"/>
          </a:xfrm>
          <a:prstGeom prst="rect">
            <a:avLst/>
          </a:prstGeom>
        </p:spPr>
        <p:txBody>
          <a:bodyPr spcFirstLastPara="1" wrap="square" lIns="0" tIns="0" rIns="0" bIns="0" anchor="b" anchorCtr="0">
            <a:noAutofit/>
          </a:bodyPr>
          <a:lstStyle>
            <a:lvl1pPr lvl="0">
              <a:lnSpc>
                <a:spcPct val="100000"/>
              </a:lnSpc>
              <a:spcBef>
                <a:spcPts val="0"/>
              </a:spcBef>
              <a:spcAft>
                <a:spcPts val="0"/>
              </a:spcAft>
              <a:buSzPts val="1000"/>
              <a:buFont typeface="Sora Medium"/>
              <a:buNone/>
              <a:defRPr sz="1000">
                <a:latin typeface="Sora Medium"/>
                <a:ea typeface="Sora Medium"/>
                <a:cs typeface="Sora Medium"/>
                <a:sym typeface="Sora Medium"/>
              </a:defRPr>
            </a:lvl1pPr>
            <a:lvl2pPr lvl="1">
              <a:lnSpc>
                <a:spcPct val="100000"/>
              </a:lnSpc>
              <a:spcBef>
                <a:spcPts val="0"/>
              </a:spcBef>
              <a:spcAft>
                <a:spcPts val="0"/>
              </a:spcAft>
              <a:buSzPts val="1400"/>
              <a:buNone/>
              <a:defRPr b="1"/>
            </a:lvl2pPr>
            <a:lvl3pPr lvl="2">
              <a:lnSpc>
                <a:spcPct val="100000"/>
              </a:lnSpc>
              <a:spcBef>
                <a:spcPts val="0"/>
              </a:spcBef>
              <a:spcAft>
                <a:spcPts val="0"/>
              </a:spcAft>
              <a:buSzPts val="1400"/>
              <a:buNone/>
              <a:defRPr b="1"/>
            </a:lvl3pPr>
            <a:lvl4pPr lvl="3">
              <a:lnSpc>
                <a:spcPct val="100000"/>
              </a:lnSpc>
              <a:spcBef>
                <a:spcPts val="0"/>
              </a:spcBef>
              <a:spcAft>
                <a:spcPts val="0"/>
              </a:spcAft>
              <a:buSzPts val="1400"/>
              <a:buNone/>
              <a:defRPr b="1"/>
            </a:lvl4pPr>
            <a:lvl5pPr lvl="4">
              <a:lnSpc>
                <a:spcPct val="100000"/>
              </a:lnSpc>
              <a:spcBef>
                <a:spcPts val="0"/>
              </a:spcBef>
              <a:spcAft>
                <a:spcPts val="0"/>
              </a:spcAft>
              <a:buSzPts val="1400"/>
              <a:buNone/>
              <a:defRPr b="1"/>
            </a:lvl5pPr>
            <a:lvl6pPr lvl="5">
              <a:lnSpc>
                <a:spcPct val="100000"/>
              </a:lnSpc>
              <a:spcBef>
                <a:spcPts val="0"/>
              </a:spcBef>
              <a:spcAft>
                <a:spcPts val="0"/>
              </a:spcAft>
              <a:buSzPts val="1400"/>
              <a:buNone/>
              <a:defRPr b="1"/>
            </a:lvl6pPr>
            <a:lvl7pPr lvl="6">
              <a:lnSpc>
                <a:spcPct val="100000"/>
              </a:lnSpc>
              <a:spcBef>
                <a:spcPts val="0"/>
              </a:spcBef>
              <a:spcAft>
                <a:spcPts val="0"/>
              </a:spcAft>
              <a:buSzPts val="1400"/>
              <a:buNone/>
              <a:defRPr b="1"/>
            </a:lvl7pPr>
            <a:lvl8pPr lvl="7">
              <a:lnSpc>
                <a:spcPct val="100000"/>
              </a:lnSpc>
              <a:spcBef>
                <a:spcPts val="0"/>
              </a:spcBef>
              <a:spcAft>
                <a:spcPts val="0"/>
              </a:spcAft>
              <a:buSzPts val="1400"/>
              <a:buNone/>
              <a:defRPr b="1"/>
            </a:lvl8pPr>
            <a:lvl9pPr lvl="8">
              <a:lnSpc>
                <a:spcPct val="100000"/>
              </a:lnSpc>
              <a:spcBef>
                <a:spcPts val="0"/>
              </a:spcBef>
              <a:spcAft>
                <a:spcPts val="0"/>
              </a:spcAft>
              <a:buSzPts val="1400"/>
              <a:buNone/>
              <a:defRPr b="1"/>
            </a:lvl9pPr>
          </a:lstStyle>
          <a:p>
            <a:endParaRPr/>
          </a:p>
        </p:txBody>
      </p:sp>
      <p:sp>
        <p:nvSpPr>
          <p:cNvPr id="362" name="Google Shape;362;p28"/>
          <p:cNvSpPr txBox="1">
            <a:spLocks noGrp="1"/>
          </p:cNvSpPr>
          <p:nvPr>
            <p:ph type="title" idx="16"/>
          </p:nvPr>
        </p:nvSpPr>
        <p:spPr>
          <a:xfrm>
            <a:off x="4688736" y="4362062"/>
            <a:ext cx="3676200" cy="2940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Font typeface="Instrument Sans"/>
              <a:buNone/>
              <a:defRPr sz="10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2pPr>
            <a:lvl3pPr lvl="2">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3pPr>
            <a:lvl4pPr lvl="3">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4pPr>
            <a:lvl5pPr lvl="4">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5pPr>
            <a:lvl6pPr lvl="5">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6pPr>
            <a:lvl7pPr lvl="6">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7pPr>
            <a:lvl8pPr lvl="7">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8pPr>
            <a:lvl9pPr lvl="8">
              <a:spcBef>
                <a:spcPts val="0"/>
              </a:spcBef>
              <a:spcAft>
                <a:spcPts val="0"/>
              </a:spcAft>
              <a:buClr>
                <a:srgbClr val="1C1D1E"/>
              </a:buClr>
              <a:buSzPts val="1800"/>
              <a:buFont typeface="Instrument Sans"/>
              <a:buNone/>
              <a:defRPr sz="1800" b="0">
                <a:solidFill>
                  <a:srgbClr val="1C1D1E"/>
                </a:solidFill>
                <a:latin typeface="Instrument Sans"/>
                <a:ea typeface="Instrument Sans"/>
                <a:cs typeface="Instrument Sans"/>
                <a:sym typeface="Instrument Sans"/>
              </a:defRPr>
            </a:lvl9pPr>
          </a:lstStyle>
          <a:p>
            <a:endParaRPr/>
          </a:p>
        </p:txBody>
      </p:sp>
      <p:sp>
        <p:nvSpPr>
          <p:cNvPr id="363" name="Google Shape;363;p28"/>
          <p:cNvSpPr>
            <a:spLocks noGrp="1"/>
          </p:cNvSpPr>
          <p:nvPr>
            <p:ph type="pic" idx="17"/>
          </p:nvPr>
        </p:nvSpPr>
        <p:spPr>
          <a:xfrm>
            <a:off x="4688736" y="3778957"/>
            <a:ext cx="552300" cy="294000"/>
          </a:xfrm>
          <a:prstGeom prst="ellipse">
            <a:avLst/>
          </a:prstGeom>
          <a:noFill/>
          <a:ln>
            <a:noFill/>
          </a:ln>
        </p:spPr>
      </p:sp>
      <p:sp>
        <p:nvSpPr>
          <p:cNvPr id="364" name="Google Shape;364;p28"/>
          <p:cNvSpPr/>
          <p:nvPr/>
        </p:nvSpPr>
        <p:spPr>
          <a:xfrm rot="-5400000">
            <a:off x="4389000" y="-2665725"/>
            <a:ext cx="366000" cy="8435700"/>
          </a:xfrm>
          <a:prstGeom prst="rect">
            <a:avLst/>
          </a:prstGeom>
          <a:gradFill>
            <a:gsLst>
              <a:gs pos="0">
                <a:srgbClr val="D13C60"/>
              </a:gs>
              <a:gs pos="88000">
                <a:srgbClr val="E89EB0">
                  <a:alpha val="0"/>
                </a:srgbClr>
              </a:gs>
              <a:gs pos="100000">
                <a:srgbClr val="E89EB0">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8"/>
          <p:cNvSpPr txBox="1">
            <a:spLocks noGrp="1"/>
          </p:cNvSpPr>
          <p:nvPr>
            <p:ph type="subTitle" idx="18"/>
          </p:nvPr>
        </p:nvSpPr>
        <p:spPr>
          <a:xfrm>
            <a:off x="466550" y="1336607"/>
            <a:ext cx="8238300" cy="294000"/>
          </a:xfrm>
          <a:prstGeom prst="rect">
            <a:avLst/>
          </a:prstGeom>
        </p:spPr>
        <p:txBody>
          <a:bodyPr spcFirstLastPara="1" wrap="square" lIns="0" tIns="0" rIns="0" bIns="0" anchor="b" anchorCtr="0">
            <a:spAutoFit/>
          </a:bodyPr>
          <a:lstStyle>
            <a:lvl1pPr lvl="0">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1pPr>
            <a:lvl2pPr lvl="1">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2pPr>
            <a:lvl3pPr lvl="2">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3pPr>
            <a:lvl4pPr lvl="3">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4pPr>
            <a:lvl5pPr lvl="4">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5pPr>
            <a:lvl6pPr lvl="5">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6pPr>
            <a:lvl7pPr lvl="6">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7pPr>
            <a:lvl8pPr lvl="7">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8pPr>
            <a:lvl9pPr lvl="8">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9pPr>
          </a:lstStyle>
          <a:p>
            <a:endParaRPr/>
          </a:p>
        </p:txBody>
      </p:sp>
      <p:sp>
        <p:nvSpPr>
          <p:cNvPr id="366" name="Google Shape;366;p28"/>
          <p:cNvSpPr/>
          <p:nvPr/>
        </p:nvSpPr>
        <p:spPr>
          <a:xfrm rot="-5400000">
            <a:off x="4389000" y="-791193"/>
            <a:ext cx="366000" cy="8435700"/>
          </a:xfrm>
          <a:prstGeom prst="rect">
            <a:avLst/>
          </a:prstGeom>
          <a:gradFill>
            <a:gsLst>
              <a:gs pos="0">
                <a:srgbClr val="D13C60"/>
              </a:gs>
              <a:gs pos="88000">
                <a:srgbClr val="E89EB0">
                  <a:alpha val="0"/>
                </a:srgbClr>
              </a:gs>
              <a:gs pos="100000">
                <a:srgbClr val="E89EB0">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8"/>
          <p:cNvSpPr txBox="1">
            <a:spLocks noGrp="1"/>
          </p:cNvSpPr>
          <p:nvPr>
            <p:ph type="subTitle" idx="19"/>
          </p:nvPr>
        </p:nvSpPr>
        <p:spPr>
          <a:xfrm>
            <a:off x="466550" y="3211139"/>
            <a:ext cx="8238300" cy="294000"/>
          </a:xfrm>
          <a:prstGeom prst="rect">
            <a:avLst/>
          </a:prstGeom>
        </p:spPr>
        <p:txBody>
          <a:bodyPr spcFirstLastPara="1" wrap="square" lIns="0" tIns="0" rIns="0" bIns="0" anchor="b" anchorCtr="0">
            <a:spAutoFit/>
          </a:bodyPr>
          <a:lstStyle>
            <a:lvl1pPr lvl="0">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1pPr>
            <a:lvl2pPr lvl="1">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2pPr>
            <a:lvl3pPr lvl="2">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3pPr>
            <a:lvl4pPr lvl="3">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4pPr>
            <a:lvl5pPr lvl="4">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5pPr>
            <a:lvl6pPr lvl="5">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6pPr>
            <a:lvl7pPr lvl="6">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7pPr>
            <a:lvl8pPr lvl="7">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8pPr>
            <a:lvl9pPr lvl="8">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9pPr>
          </a:lstStyle>
          <a:p>
            <a:endParaRPr/>
          </a:p>
        </p:txBody>
      </p:sp>
      <p:sp>
        <p:nvSpPr>
          <p:cNvPr id="368" name="Google Shape;368;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ido XIV">
  <p:cSld name="SECTION_HEADER_1_1_2_1_1_1_1_2_1">
    <p:bg>
      <p:bgPr>
        <a:solidFill>
          <a:srgbClr val="FFFFFF"/>
        </a:solidFill>
        <a:effectLst/>
      </p:bgPr>
    </p:bg>
    <p:spTree>
      <p:nvGrpSpPr>
        <p:cNvPr id="1" name="Shape 369"/>
        <p:cNvGrpSpPr/>
        <p:nvPr/>
      </p:nvGrpSpPr>
      <p:grpSpPr>
        <a:xfrm>
          <a:off x="0" y="0"/>
          <a:ext cx="0" cy="0"/>
          <a:chOff x="0" y="0"/>
          <a:chExt cx="0" cy="0"/>
        </a:xfrm>
      </p:grpSpPr>
      <p:sp>
        <p:nvSpPr>
          <p:cNvPr id="370" name="Google Shape;370;p29"/>
          <p:cNvSpPr txBox="1">
            <a:spLocks noGrp="1"/>
          </p:cNvSpPr>
          <p:nvPr>
            <p:ph type="title"/>
          </p:nvPr>
        </p:nvSpPr>
        <p:spPr>
          <a:xfrm>
            <a:off x="375425" y="986850"/>
            <a:ext cx="6774600" cy="143100"/>
          </a:xfrm>
          <a:prstGeom prst="rect">
            <a:avLst/>
          </a:prstGeom>
        </p:spPr>
        <p:txBody>
          <a:bodyPr spcFirstLastPara="1" wrap="square" lIns="0" tIns="0" rIns="0" bIns="0" anchor="t" anchorCtr="0">
            <a:noAutofit/>
          </a:bodyPr>
          <a:lstStyle>
            <a:lvl1pPr lvl="0">
              <a:spcBef>
                <a:spcPts val="0"/>
              </a:spcBef>
              <a:spcAft>
                <a:spcPts val="0"/>
              </a:spcAft>
              <a:buClr>
                <a:srgbClr val="1C1D1E"/>
              </a:buClr>
              <a:buSzPts val="1200"/>
              <a:buFont typeface="Instrument Sans"/>
              <a:buNone/>
              <a:defRPr sz="12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371" name="Google Shape;371;p29"/>
          <p:cNvSpPr txBox="1">
            <a:spLocks noGrp="1"/>
          </p:cNvSpPr>
          <p:nvPr>
            <p:ph type="title" idx="2"/>
          </p:nvPr>
        </p:nvSpPr>
        <p:spPr>
          <a:xfrm>
            <a:off x="375425" y="451425"/>
            <a:ext cx="49977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372" name="Google Shape;372;p29"/>
          <p:cNvSpPr txBox="1">
            <a:spLocks noGrp="1"/>
          </p:cNvSpPr>
          <p:nvPr>
            <p:ph type="subTitle" idx="1"/>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lt2"/>
              </a:buClr>
              <a:buSzPts val="1300"/>
              <a:buFont typeface="Instrument Sans SemiBold"/>
              <a:buNone/>
              <a:defRPr sz="1300">
                <a:solidFill>
                  <a:schemeClr val="lt2"/>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373" name="Google Shape;373;p29"/>
          <p:cNvSpPr txBox="1">
            <a:spLocks noGrp="1"/>
          </p:cNvSpPr>
          <p:nvPr>
            <p:ph type="title" idx="3"/>
          </p:nvPr>
        </p:nvSpPr>
        <p:spPr>
          <a:xfrm>
            <a:off x="354161" y="2288075"/>
            <a:ext cx="4880700" cy="936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None/>
              <a:defRPr sz="1000" b="0">
                <a:solidFill>
                  <a:srgbClr val="1C1D1E"/>
                </a:solidFill>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374" name="Google Shape;374;p29"/>
          <p:cNvSpPr/>
          <p:nvPr/>
        </p:nvSpPr>
        <p:spPr>
          <a:xfrm rot="-5400000">
            <a:off x="4389000" y="-2203225"/>
            <a:ext cx="366000" cy="8435700"/>
          </a:xfrm>
          <a:prstGeom prst="rect">
            <a:avLst/>
          </a:prstGeom>
          <a:gradFill>
            <a:gsLst>
              <a:gs pos="0">
                <a:srgbClr val="D13C60"/>
              </a:gs>
              <a:gs pos="88000">
                <a:srgbClr val="E89EB0">
                  <a:alpha val="0"/>
                </a:srgbClr>
              </a:gs>
              <a:gs pos="100000">
                <a:srgbClr val="E89EB0">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9"/>
          <p:cNvSpPr txBox="1">
            <a:spLocks noGrp="1"/>
          </p:cNvSpPr>
          <p:nvPr>
            <p:ph type="subTitle" idx="4"/>
          </p:nvPr>
        </p:nvSpPr>
        <p:spPr>
          <a:xfrm>
            <a:off x="466550" y="1799107"/>
            <a:ext cx="8238300" cy="294000"/>
          </a:xfrm>
          <a:prstGeom prst="rect">
            <a:avLst/>
          </a:prstGeom>
        </p:spPr>
        <p:txBody>
          <a:bodyPr spcFirstLastPara="1" wrap="square" lIns="0" tIns="0" rIns="0" bIns="0" anchor="b" anchorCtr="0">
            <a:spAutoFit/>
          </a:bodyPr>
          <a:lstStyle>
            <a:lvl1pPr lvl="0">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1pPr>
            <a:lvl2pPr lvl="1">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2pPr>
            <a:lvl3pPr lvl="2">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3pPr>
            <a:lvl4pPr lvl="3">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4pPr>
            <a:lvl5pPr lvl="4">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5pPr>
            <a:lvl6pPr lvl="5">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6pPr>
            <a:lvl7pPr lvl="6">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7pPr>
            <a:lvl8pPr lvl="7">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8pPr>
            <a:lvl9pPr lvl="8">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9pPr>
          </a:lstStyle>
          <a:p>
            <a:endParaRPr/>
          </a:p>
        </p:txBody>
      </p:sp>
      <p:sp>
        <p:nvSpPr>
          <p:cNvPr id="376" name="Google Shape;376;p29"/>
          <p:cNvSpPr txBox="1">
            <a:spLocks noGrp="1"/>
          </p:cNvSpPr>
          <p:nvPr>
            <p:ph type="title" idx="5"/>
          </p:nvPr>
        </p:nvSpPr>
        <p:spPr>
          <a:xfrm>
            <a:off x="354161" y="3960025"/>
            <a:ext cx="4880700" cy="936300"/>
          </a:xfrm>
          <a:prstGeom prst="rect">
            <a:avLst/>
          </a:prstGeom>
        </p:spPr>
        <p:txBody>
          <a:bodyPr spcFirstLastPara="1" wrap="square" lIns="0" tIns="0" rIns="0" bIns="0" anchor="t" anchorCtr="0">
            <a:spAutoFit/>
          </a:bodyPr>
          <a:lstStyle>
            <a:lvl1pPr lvl="0">
              <a:spcBef>
                <a:spcPts val="0"/>
              </a:spcBef>
              <a:spcAft>
                <a:spcPts val="0"/>
              </a:spcAft>
              <a:buClr>
                <a:srgbClr val="1C1D1E"/>
              </a:buClr>
              <a:buSzPts val="1000"/>
              <a:buNone/>
              <a:defRPr sz="1000" b="0">
                <a:solidFill>
                  <a:srgbClr val="1C1D1E"/>
                </a:solidFill>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377" name="Google Shape;377;p29"/>
          <p:cNvSpPr/>
          <p:nvPr/>
        </p:nvSpPr>
        <p:spPr>
          <a:xfrm rot="-5400000">
            <a:off x="4389000" y="-531275"/>
            <a:ext cx="366000" cy="8435700"/>
          </a:xfrm>
          <a:prstGeom prst="rect">
            <a:avLst/>
          </a:prstGeom>
          <a:gradFill>
            <a:gsLst>
              <a:gs pos="0">
                <a:srgbClr val="D13C60"/>
              </a:gs>
              <a:gs pos="88000">
                <a:srgbClr val="E89EB0">
                  <a:alpha val="0"/>
                </a:srgbClr>
              </a:gs>
              <a:gs pos="100000">
                <a:srgbClr val="E89EB0">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9"/>
          <p:cNvSpPr txBox="1">
            <a:spLocks noGrp="1"/>
          </p:cNvSpPr>
          <p:nvPr>
            <p:ph type="subTitle" idx="6"/>
          </p:nvPr>
        </p:nvSpPr>
        <p:spPr>
          <a:xfrm>
            <a:off x="466550" y="3471057"/>
            <a:ext cx="8238300" cy="294000"/>
          </a:xfrm>
          <a:prstGeom prst="rect">
            <a:avLst/>
          </a:prstGeom>
        </p:spPr>
        <p:txBody>
          <a:bodyPr spcFirstLastPara="1" wrap="square" lIns="0" tIns="0" rIns="0" bIns="0" anchor="b" anchorCtr="0">
            <a:spAutoFit/>
          </a:bodyPr>
          <a:lstStyle>
            <a:lvl1pPr lvl="0">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1pPr>
            <a:lvl2pPr lvl="1">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2pPr>
            <a:lvl3pPr lvl="2">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3pPr>
            <a:lvl4pPr lvl="3">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4pPr>
            <a:lvl5pPr lvl="4">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5pPr>
            <a:lvl6pPr lvl="5">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6pPr>
            <a:lvl7pPr lvl="6">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7pPr>
            <a:lvl8pPr lvl="7">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8pPr>
            <a:lvl9pPr lvl="8">
              <a:spcBef>
                <a:spcPts val="0"/>
              </a:spcBef>
              <a:spcAft>
                <a:spcPts val="0"/>
              </a:spcAft>
              <a:buClr>
                <a:schemeClr val="accent1"/>
              </a:buClr>
              <a:buSzPts val="1200"/>
              <a:buFont typeface="Sora Medium"/>
              <a:buNone/>
              <a:defRPr sz="1200">
                <a:solidFill>
                  <a:schemeClr val="accent1"/>
                </a:solidFill>
                <a:latin typeface="Sora Medium"/>
                <a:ea typeface="Sora Medium"/>
                <a:cs typeface="Sora Medium"/>
                <a:sym typeface="Sora Medium"/>
              </a:defRPr>
            </a:lvl9pPr>
          </a:lstStyle>
          <a:p>
            <a:endParaRPr/>
          </a:p>
        </p:txBody>
      </p:sp>
      <p:sp>
        <p:nvSpPr>
          <p:cNvPr id="379" name="Google Shape;379;p29"/>
          <p:cNvSpPr>
            <a:spLocks noGrp="1"/>
          </p:cNvSpPr>
          <p:nvPr>
            <p:ph type="pic" idx="7"/>
          </p:nvPr>
        </p:nvSpPr>
        <p:spPr>
          <a:xfrm>
            <a:off x="5904000" y="-7975"/>
            <a:ext cx="3273600" cy="5143500"/>
          </a:xfrm>
          <a:prstGeom prst="rect">
            <a:avLst/>
          </a:prstGeom>
          <a:noFill/>
          <a:ln>
            <a:noFill/>
          </a:ln>
        </p:spPr>
      </p:sp>
      <p:pic>
        <p:nvPicPr>
          <p:cNvPr id="380" name="Google Shape;380;p29" title="N Isotype.png"/>
          <p:cNvPicPr preferRelativeResize="0"/>
          <p:nvPr/>
        </p:nvPicPr>
        <p:blipFill>
          <a:blip r:embed="rId2">
            <a:alphaModFix/>
          </a:blip>
          <a:stretch>
            <a:fillRect/>
          </a:stretch>
        </p:blipFill>
        <p:spPr>
          <a:xfrm>
            <a:off x="8376360" y="248625"/>
            <a:ext cx="394276" cy="490376"/>
          </a:xfrm>
          <a:prstGeom prst="rect">
            <a:avLst/>
          </a:prstGeom>
          <a:noFill/>
          <a:ln>
            <a:noFill/>
          </a:ln>
        </p:spPr>
      </p:pic>
      <p:sp>
        <p:nvSpPr>
          <p:cNvPr id="381" name="Google Shape;381;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ido XV">
  <p:cSld name="SECTION_HEADER_1_1_2_1_1_1_1_1">
    <p:bg>
      <p:bgPr>
        <a:solidFill>
          <a:srgbClr val="FFFFFF"/>
        </a:solidFill>
        <a:effectLst/>
      </p:bgPr>
    </p:bg>
    <p:spTree>
      <p:nvGrpSpPr>
        <p:cNvPr id="1" name="Shape 382"/>
        <p:cNvGrpSpPr/>
        <p:nvPr/>
      </p:nvGrpSpPr>
      <p:grpSpPr>
        <a:xfrm>
          <a:off x="0" y="0"/>
          <a:ext cx="0" cy="0"/>
          <a:chOff x="0" y="0"/>
          <a:chExt cx="0" cy="0"/>
        </a:xfrm>
      </p:grpSpPr>
      <p:sp>
        <p:nvSpPr>
          <p:cNvPr id="383" name="Google Shape;383;p30"/>
          <p:cNvSpPr>
            <a:spLocks noGrp="1"/>
          </p:cNvSpPr>
          <p:nvPr>
            <p:ph type="pic" idx="2"/>
          </p:nvPr>
        </p:nvSpPr>
        <p:spPr>
          <a:xfrm>
            <a:off x="0" y="3025600"/>
            <a:ext cx="9177600" cy="2118000"/>
          </a:xfrm>
          <a:prstGeom prst="rect">
            <a:avLst/>
          </a:prstGeom>
          <a:noFill/>
          <a:ln>
            <a:noFill/>
          </a:ln>
        </p:spPr>
      </p:sp>
      <p:pic>
        <p:nvPicPr>
          <p:cNvPr id="384" name="Google Shape;384;p30" title="N Isotype.png"/>
          <p:cNvPicPr preferRelativeResize="0"/>
          <p:nvPr/>
        </p:nvPicPr>
        <p:blipFill>
          <a:blip r:embed="rId2">
            <a:alphaModFix/>
          </a:blip>
          <a:stretch>
            <a:fillRect/>
          </a:stretch>
        </p:blipFill>
        <p:spPr>
          <a:xfrm>
            <a:off x="8376360" y="248625"/>
            <a:ext cx="394276" cy="490376"/>
          </a:xfrm>
          <a:prstGeom prst="rect">
            <a:avLst/>
          </a:prstGeom>
          <a:noFill/>
          <a:ln>
            <a:noFill/>
          </a:ln>
        </p:spPr>
      </p:pic>
      <p:sp>
        <p:nvSpPr>
          <p:cNvPr id="385" name="Google Shape;385;p30"/>
          <p:cNvSpPr txBox="1">
            <a:spLocks noGrp="1"/>
          </p:cNvSpPr>
          <p:nvPr>
            <p:ph type="title"/>
          </p:nvPr>
        </p:nvSpPr>
        <p:spPr>
          <a:xfrm>
            <a:off x="375425" y="986850"/>
            <a:ext cx="6774600" cy="143100"/>
          </a:xfrm>
          <a:prstGeom prst="rect">
            <a:avLst/>
          </a:prstGeom>
        </p:spPr>
        <p:txBody>
          <a:bodyPr spcFirstLastPara="1" wrap="square" lIns="0" tIns="0" rIns="0" bIns="0" anchor="t" anchorCtr="0">
            <a:noAutofit/>
          </a:bodyPr>
          <a:lstStyle>
            <a:lvl1pPr lvl="0">
              <a:spcBef>
                <a:spcPts val="0"/>
              </a:spcBef>
              <a:spcAft>
                <a:spcPts val="0"/>
              </a:spcAft>
              <a:buClr>
                <a:srgbClr val="1C1D1E"/>
              </a:buClr>
              <a:buSzPts val="1200"/>
              <a:buFont typeface="Instrument Sans"/>
              <a:buNone/>
              <a:defRPr sz="1200" b="0">
                <a:solidFill>
                  <a:srgbClr val="1C1D1E"/>
                </a:solidFill>
                <a:latin typeface="Instrument Sans"/>
                <a:ea typeface="Instrument Sans"/>
                <a:cs typeface="Instrument Sans"/>
                <a:sym typeface="Instrument Sans"/>
              </a:defRPr>
            </a:lvl1pPr>
            <a:lvl2pPr lvl="1">
              <a:spcBef>
                <a:spcPts val="0"/>
              </a:spcBef>
              <a:spcAft>
                <a:spcPts val="0"/>
              </a:spcAft>
              <a:buClr>
                <a:srgbClr val="1C1D1E"/>
              </a:buClr>
              <a:buSzPts val="1800"/>
              <a:buNone/>
              <a:defRPr sz="1800" b="0">
                <a:solidFill>
                  <a:srgbClr val="1C1D1E"/>
                </a:solidFill>
              </a:defRPr>
            </a:lvl2pPr>
            <a:lvl3pPr lvl="2">
              <a:spcBef>
                <a:spcPts val="0"/>
              </a:spcBef>
              <a:spcAft>
                <a:spcPts val="0"/>
              </a:spcAft>
              <a:buClr>
                <a:srgbClr val="1C1D1E"/>
              </a:buClr>
              <a:buSzPts val="1800"/>
              <a:buNone/>
              <a:defRPr sz="1800" b="0">
                <a:solidFill>
                  <a:srgbClr val="1C1D1E"/>
                </a:solidFill>
              </a:defRPr>
            </a:lvl3pPr>
            <a:lvl4pPr lvl="3">
              <a:spcBef>
                <a:spcPts val="0"/>
              </a:spcBef>
              <a:spcAft>
                <a:spcPts val="0"/>
              </a:spcAft>
              <a:buClr>
                <a:srgbClr val="1C1D1E"/>
              </a:buClr>
              <a:buSzPts val="1800"/>
              <a:buNone/>
              <a:defRPr sz="1800" b="0">
                <a:solidFill>
                  <a:srgbClr val="1C1D1E"/>
                </a:solidFill>
              </a:defRPr>
            </a:lvl4pPr>
            <a:lvl5pPr lvl="4">
              <a:spcBef>
                <a:spcPts val="0"/>
              </a:spcBef>
              <a:spcAft>
                <a:spcPts val="0"/>
              </a:spcAft>
              <a:buClr>
                <a:srgbClr val="1C1D1E"/>
              </a:buClr>
              <a:buSzPts val="1800"/>
              <a:buNone/>
              <a:defRPr sz="1800" b="0">
                <a:solidFill>
                  <a:srgbClr val="1C1D1E"/>
                </a:solidFill>
              </a:defRPr>
            </a:lvl5pPr>
            <a:lvl6pPr lvl="5">
              <a:spcBef>
                <a:spcPts val="0"/>
              </a:spcBef>
              <a:spcAft>
                <a:spcPts val="0"/>
              </a:spcAft>
              <a:buClr>
                <a:srgbClr val="1C1D1E"/>
              </a:buClr>
              <a:buSzPts val="1800"/>
              <a:buNone/>
              <a:defRPr sz="1800" b="0">
                <a:solidFill>
                  <a:srgbClr val="1C1D1E"/>
                </a:solidFill>
              </a:defRPr>
            </a:lvl6pPr>
            <a:lvl7pPr lvl="6">
              <a:spcBef>
                <a:spcPts val="0"/>
              </a:spcBef>
              <a:spcAft>
                <a:spcPts val="0"/>
              </a:spcAft>
              <a:buClr>
                <a:srgbClr val="1C1D1E"/>
              </a:buClr>
              <a:buSzPts val="1800"/>
              <a:buNone/>
              <a:defRPr sz="1800" b="0">
                <a:solidFill>
                  <a:srgbClr val="1C1D1E"/>
                </a:solidFill>
              </a:defRPr>
            </a:lvl7pPr>
            <a:lvl8pPr lvl="7">
              <a:spcBef>
                <a:spcPts val="0"/>
              </a:spcBef>
              <a:spcAft>
                <a:spcPts val="0"/>
              </a:spcAft>
              <a:buClr>
                <a:srgbClr val="1C1D1E"/>
              </a:buClr>
              <a:buSzPts val="1800"/>
              <a:buNone/>
              <a:defRPr sz="1800" b="0">
                <a:solidFill>
                  <a:srgbClr val="1C1D1E"/>
                </a:solidFill>
              </a:defRPr>
            </a:lvl8pPr>
            <a:lvl9pPr lvl="8">
              <a:spcBef>
                <a:spcPts val="0"/>
              </a:spcBef>
              <a:spcAft>
                <a:spcPts val="0"/>
              </a:spcAft>
              <a:buClr>
                <a:srgbClr val="1C1D1E"/>
              </a:buClr>
              <a:buSzPts val="1800"/>
              <a:buNone/>
              <a:defRPr sz="1800" b="0">
                <a:solidFill>
                  <a:srgbClr val="1C1D1E"/>
                </a:solidFill>
              </a:defRPr>
            </a:lvl9pPr>
          </a:lstStyle>
          <a:p>
            <a:endParaRPr/>
          </a:p>
        </p:txBody>
      </p:sp>
      <p:sp>
        <p:nvSpPr>
          <p:cNvPr id="386" name="Google Shape;386;p30"/>
          <p:cNvSpPr txBox="1">
            <a:spLocks noGrp="1"/>
          </p:cNvSpPr>
          <p:nvPr>
            <p:ph type="title" idx="3"/>
          </p:nvPr>
        </p:nvSpPr>
        <p:spPr>
          <a:xfrm>
            <a:off x="375425" y="451425"/>
            <a:ext cx="49977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387" name="Google Shape;387;p30"/>
          <p:cNvSpPr txBox="1">
            <a:spLocks noGrp="1"/>
          </p:cNvSpPr>
          <p:nvPr>
            <p:ph type="subTitle" idx="1"/>
          </p:nvPr>
        </p:nvSpPr>
        <p:spPr>
          <a:xfrm>
            <a:off x="375425" y="228356"/>
            <a:ext cx="4626300" cy="215700"/>
          </a:xfrm>
          <a:prstGeom prst="rect">
            <a:avLst/>
          </a:prstGeom>
        </p:spPr>
        <p:txBody>
          <a:bodyPr spcFirstLastPara="1" wrap="square" lIns="0" tIns="0" rIns="0" bIns="0" anchor="b" anchorCtr="0">
            <a:spAutoFit/>
          </a:bodyPr>
          <a:lstStyle>
            <a:lvl1pPr lvl="0">
              <a:spcBef>
                <a:spcPts val="0"/>
              </a:spcBef>
              <a:spcAft>
                <a:spcPts val="0"/>
              </a:spcAft>
              <a:buClr>
                <a:schemeClr val="lt2"/>
              </a:buClr>
              <a:buSzPts val="1300"/>
              <a:buFont typeface="Instrument Sans SemiBold"/>
              <a:buNone/>
              <a:defRPr sz="1300">
                <a:solidFill>
                  <a:schemeClr val="lt2"/>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388" name="Google Shape;388;p30"/>
          <p:cNvSpPr/>
          <p:nvPr/>
        </p:nvSpPr>
        <p:spPr>
          <a:xfrm>
            <a:off x="401400" y="1414025"/>
            <a:ext cx="4042500" cy="1363800"/>
          </a:xfrm>
          <a:prstGeom prst="rect">
            <a:avLst/>
          </a:prstGeom>
          <a:solidFill>
            <a:srgbClr val="FEF7F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389" name="Google Shape;389;p30"/>
          <p:cNvSpPr>
            <a:spLocks noGrp="1"/>
          </p:cNvSpPr>
          <p:nvPr>
            <p:ph type="pic" idx="4"/>
          </p:nvPr>
        </p:nvSpPr>
        <p:spPr>
          <a:xfrm rot="5400000">
            <a:off x="3081275" y="1408150"/>
            <a:ext cx="1362900" cy="1362600"/>
          </a:xfrm>
          <a:prstGeom prst="rect">
            <a:avLst/>
          </a:prstGeom>
          <a:noFill/>
          <a:ln>
            <a:noFill/>
          </a:ln>
        </p:spPr>
      </p:sp>
      <p:sp>
        <p:nvSpPr>
          <p:cNvPr id="390" name="Google Shape;390;p30"/>
          <p:cNvSpPr/>
          <p:nvPr/>
        </p:nvSpPr>
        <p:spPr>
          <a:xfrm rot="-5400000">
            <a:off x="1880400" y="-74722"/>
            <a:ext cx="564900" cy="3532500"/>
          </a:xfrm>
          <a:prstGeom prst="rect">
            <a:avLst/>
          </a:prstGeom>
          <a:gradFill>
            <a:gsLst>
              <a:gs pos="0">
                <a:srgbClr val="D13C60"/>
              </a:gs>
              <a:gs pos="88000">
                <a:srgbClr val="E89EB0">
                  <a:alpha val="0"/>
                </a:srgbClr>
              </a:gs>
              <a:gs pos="100000">
                <a:srgbClr val="E89EB0">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0"/>
          <p:cNvSpPr txBox="1">
            <a:spLocks noGrp="1"/>
          </p:cNvSpPr>
          <p:nvPr>
            <p:ph type="subTitle" idx="5"/>
          </p:nvPr>
        </p:nvSpPr>
        <p:spPr>
          <a:xfrm>
            <a:off x="509000" y="1506872"/>
            <a:ext cx="2108700" cy="369300"/>
          </a:xfrm>
          <a:prstGeom prst="rect">
            <a:avLst/>
          </a:prstGeom>
        </p:spPr>
        <p:txBody>
          <a:bodyPr spcFirstLastPara="1" wrap="square" lIns="0" tIns="0" rIns="0" bIns="0" anchor="b" anchorCtr="0">
            <a:spAutoFit/>
          </a:bodyPr>
          <a:lstStyle>
            <a:lvl1pPr lvl="0">
              <a:spcBef>
                <a:spcPts val="0"/>
              </a:spcBef>
              <a:spcAft>
                <a:spcPts val="0"/>
              </a:spcAft>
              <a:buClr>
                <a:schemeClr val="lt1"/>
              </a:buClr>
              <a:buSzPts val="1100"/>
              <a:buFont typeface="Sora Medium"/>
              <a:buNone/>
              <a:defRPr sz="1100">
                <a:solidFill>
                  <a:schemeClr val="lt1"/>
                </a:solidFill>
                <a:latin typeface="Sora Medium"/>
                <a:ea typeface="Sora Medium"/>
                <a:cs typeface="Sora Medium"/>
                <a:sym typeface="Sora Medium"/>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392" name="Google Shape;392;p30"/>
          <p:cNvSpPr/>
          <p:nvPr/>
        </p:nvSpPr>
        <p:spPr>
          <a:xfrm>
            <a:off x="4728000" y="1414025"/>
            <a:ext cx="4042500" cy="1363800"/>
          </a:xfrm>
          <a:prstGeom prst="rect">
            <a:avLst/>
          </a:prstGeom>
          <a:solidFill>
            <a:srgbClr val="FEF7F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strument Sans"/>
              <a:ea typeface="Instrument Sans"/>
              <a:cs typeface="Instrument Sans"/>
              <a:sym typeface="Instrument Sans"/>
            </a:endParaRPr>
          </a:p>
        </p:txBody>
      </p:sp>
      <p:sp>
        <p:nvSpPr>
          <p:cNvPr id="393" name="Google Shape;393;p30"/>
          <p:cNvSpPr>
            <a:spLocks noGrp="1"/>
          </p:cNvSpPr>
          <p:nvPr>
            <p:ph type="pic" idx="6"/>
          </p:nvPr>
        </p:nvSpPr>
        <p:spPr>
          <a:xfrm rot="5400000">
            <a:off x="7407875" y="1408150"/>
            <a:ext cx="1362900" cy="1362600"/>
          </a:xfrm>
          <a:prstGeom prst="rect">
            <a:avLst/>
          </a:prstGeom>
          <a:noFill/>
          <a:ln>
            <a:noFill/>
          </a:ln>
        </p:spPr>
      </p:sp>
      <p:sp>
        <p:nvSpPr>
          <p:cNvPr id="394" name="Google Shape;394;p30"/>
          <p:cNvSpPr/>
          <p:nvPr/>
        </p:nvSpPr>
        <p:spPr>
          <a:xfrm rot="-5400000">
            <a:off x="6207000" y="-74722"/>
            <a:ext cx="564900" cy="3532500"/>
          </a:xfrm>
          <a:prstGeom prst="rect">
            <a:avLst/>
          </a:prstGeom>
          <a:gradFill>
            <a:gsLst>
              <a:gs pos="0">
                <a:srgbClr val="D13C60"/>
              </a:gs>
              <a:gs pos="88000">
                <a:srgbClr val="E89EB0">
                  <a:alpha val="0"/>
                </a:srgbClr>
              </a:gs>
              <a:gs pos="100000">
                <a:srgbClr val="E89EB0">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0"/>
          <p:cNvSpPr txBox="1">
            <a:spLocks noGrp="1"/>
          </p:cNvSpPr>
          <p:nvPr>
            <p:ph type="subTitle" idx="7"/>
          </p:nvPr>
        </p:nvSpPr>
        <p:spPr>
          <a:xfrm>
            <a:off x="4835600" y="1506872"/>
            <a:ext cx="2108700" cy="369300"/>
          </a:xfrm>
          <a:prstGeom prst="rect">
            <a:avLst/>
          </a:prstGeom>
        </p:spPr>
        <p:txBody>
          <a:bodyPr spcFirstLastPara="1" wrap="square" lIns="0" tIns="0" rIns="0" bIns="0" anchor="b" anchorCtr="0">
            <a:spAutoFit/>
          </a:bodyPr>
          <a:lstStyle>
            <a:lvl1pPr lvl="0">
              <a:spcBef>
                <a:spcPts val="0"/>
              </a:spcBef>
              <a:spcAft>
                <a:spcPts val="0"/>
              </a:spcAft>
              <a:buClr>
                <a:schemeClr val="lt1"/>
              </a:buClr>
              <a:buSzPts val="1100"/>
              <a:buFont typeface="Sora Medium"/>
              <a:buNone/>
              <a:defRPr sz="1100">
                <a:solidFill>
                  <a:schemeClr val="lt1"/>
                </a:solidFill>
                <a:latin typeface="Sora Medium"/>
                <a:ea typeface="Sora Medium"/>
                <a:cs typeface="Sora Medium"/>
                <a:sym typeface="Sora Medium"/>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a:p>
        </p:txBody>
      </p:sp>
      <p:sp>
        <p:nvSpPr>
          <p:cNvPr id="396" name="Google Shape;396;p30"/>
          <p:cNvSpPr txBox="1"/>
          <p:nvPr/>
        </p:nvSpPr>
        <p:spPr>
          <a:xfrm>
            <a:off x="508150" y="2130175"/>
            <a:ext cx="2289300" cy="564900"/>
          </a:xfrm>
          <a:prstGeom prst="rect">
            <a:avLst/>
          </a:prstGeom>
          <a:noFill/>
          <a:ln>
            <a:noFill/>
          </a:ln>
        </p:spPr>
        <p:txBody>
          <a:bodyPr spcFirstLastPara="1" wrap="square" lIns="91425" tIns="91425" rIns="91425" bIns="91425" anchor="t" anchorCtr="0">
            <a:noAutofit/>
          </a:bodyPr>
          <a:lstStyle/>
          <a:p>
            <a:pPr marL="0" lvl="0" indent="0" algn="l" rtl="0">
              <a:lnSpc>
                <a:spcPct val="7000"/>
              </a:lnSpc>
              <a:spcBef>
                <a:spcPts val="0"/>
              </a:spcBef>
              <a:spcAft>
                <a:spcPts val="0"/>
              </a:spcAft>
              <a:buNone/>
            </a:pPr>
            <a:r>
              <a:rPr lang="en-GB" sz="1200" b="1">
                <a:solidFill>
                  <a:schemeClr val="dk1"/>
                </a:solidFill>
                <a:latin typeface="Manrope"/>
                <a:ea typeface="Manrope"/>
                <a:cs typeface="Manrope"/>
                <a:sym typeface="Manrope"/>
              </a:rPr>
              <a:t>Título</a:t>
            </a:r>
            <a:endParaRPr sz="1200" b="1">
              <a:solidFill>
                <a:schemeClr val="dk1"/>
              </a:solidFill>
              <a:latin typeface="Manrope"/>
              <a:ea typeface="Manrope"/>
              <a:cs typeface="Manrope"/>
              <a:sym typeface="Manrope"/>
            </a:endParaRPr>
          </a:p>
        </p:txBody>
      </p:sp>
      <p:sp>
        <p:nvSpPr>
          <p:cNvPr id="397" name="Google Shape;397;p30"/>
          <p:cNvSpPr txBox="1"/>
          <p:nvPr/>
        </p:nvSpPr>
        <p:spPr>
          <a:xfrm>
            <a:off x="4835600" y="2130175"/>
            <a:ext cx="2416500" cy="564900"/>
          </a:xfrm>
          <a:prstGeom prst="rect">
            <a:avLst/>
          </a:prstGeom>
          <a:noFill/>
          <a:ln>
            <a:noFill/>
          </a:ln>
        </p:spPr>
        <p:txBody>
          <a:bodyPr spcFirstLastPara="1" wrap="square" lIns="91425" tIns="91425" rIns="91425" bIns="91425" anchor="t" anchorCtr="0">
            <a:noAutofit/>
          </a:bodyPr>
          <a:lstStyle/>
          <a:p>
            <a:pPr marL="0" lvl="0" indent="0" algn="l" rtl="0">
              <a:lnSpc>
                <a:spcPct val="7000"/>
              </a:lnSpc>
              <a:spcBef>
                <a:spcPts val="0"/>
              </a:spcBef>
              <a:spcAft>
                <a:spcPts val="0"/>
              </a:spcAft>
              <a:buNone/>
            </a:pPr>
            <a:r>
              <a:rPr lang="en-GB" sz="1200" b="1">
                <a:solidFill>
                  <a:schemeClr val="dk1"/>
                </a:solidFill>
                <a:latin typeface="Manrope"/>
                <a:ea typeface="Manrope"/>
                <a:cs typeface="Manrope"/>
                <a:sym typeface="Manrope"/>
              </a:rPr>
              <a:t>Título</a:t>
            </a:r>
            <a:endParaRPr sz="1200" b="1">
              <a:solidFill>
                <a:schemeClr val="dk1"/>
              </a:solidFill>
              <a:latin typeface="Manrope"/>
              <a:ea typeface="Manrope"/>
              <a:cs typeface="Manrope"/>
              <a:sym typeface="Manrope"/>
            </a:endParaRPr>
          </a:p>
        </p:txBody>
      </p:sp>
      <p:sp>
        <p:nvSpPr>
          <p:cNvPr id="398" name="Google Shape;398;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ido XVI">
  <p:cSld name="TITLE_AND_BODY_1_3">
    <p:bg>
      <p:bgPr>
        <a:solidFill>
          <a:schemeClr val="lt1"/>
        </a:solidFill>
        <a:effectLst/>
      </p:bgPr>
    </p:bg>
    <p:spTree>
      <p:nvGrpSpPr>
        <p:cNvPr id="1" name="Shape 399"/>
        <p:cNvGrpSpPr/>
        <p:nvPr/>
      </p:nvGrpSpPr>
      <p:grpSpPr>
        <a:xfrm>
          <a:off x="0" y="0"/>
          <a:ext cx="0" cy="0"/>
          <a:chOff x="0" y="0"/>
          <a:chExt cx="0" cy="0"/>
        </a:xfrm>
      </p:grpSpPr>
      <p:pic>
        <p:nvPicPr>
          <p:cNvPr id="400" name="Google Shape;400;p31" title="Maxi Gradient Grid - Blue.png"/>
          <p:cNvPicPr preferRelativeResize="0"/>
          <p:nvPr/>
        </p:nvPicPr>
        <p:blipFill rotWithShape="1">
          <a:blip r:embed="rId2">
            <a:alphaModFix/>
          </a:blip>
          <a:srcRect t="100" b="90"/>
          <a:stretch/>
        </p:blipFill>
        <p:spPr>
          <a:xfrm>
            <a:off x="-8900" y="0"/>
            <a:ext cx="9161825" cy="5143499"/>
          </a:xfrm>
          <a:prstGeom prst="rect">
            <a:avLst/>
          </a:prstGeom>
          <a:noFill/>
          <a:ln>
            <a:noFill/>
          </a:ln>
        </p:spPr>
      </p:pic>
      <p:sp>
        <p:nvSpPr>
          <p:cNvPr id="401" name="Google Shape;401;p31"/>
          <p:cNvSpPr txBox="1"/>
          <p:nvPr/>
        </p:nvSpPr>
        <p:spPr>
          <a:xfrm>
            <a:off x="309625" y="-420675"/>
            <a:ext cx="1506000" cy="634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40000">
                <a:solidFill>
                  <a:srgbClr val="217BEE"/>
                </a:solidFill>
                <a:latin typeface="Instrument Sans SemiBold"/>
                <a:ea typeface="Instrument Sans SemiBold"/>
                <a:cs typeface="Instrument Sans SemiBold"/>
                <a:sym typeface="Instrument Sans SemiBold"/>
              </a:rPr>
              <a:t>“</a:t>
            </a:r>
            <a:endParaRPr sz="40000">
              <a:solidFill>
                <a:srgbClr val="217BEE"/>
              </a:solidFill>
              <a:latin typeface="Instrument Sans SemiBold"/>
              <a:ea typeface="Instrument Sans SemiBold"/>
              <a:cs typeface="Instrument Sans SemiBold"/>
              <a:sym typeface="Instrument Sans SemiBold"/>
            </a:endParaRPr>
          </a:p>
        </p:txBody>
      </p:sp>
      <p:sp>
        <p:nvSpPr>
          <p:cNvPr id="402" name="Google Shape;402;p31"/>
          <p:cNvSpPr txBox="1">
            <a:spLocks noGrp="1"/>
          </p:cNvSpPr>
          <p:nvPr>
            <p:ph type="title"/>
          </p:nvPr>
        </p:nvSpPr>
        <p:spPr>
          <a:xfrm>
            <a:off x="1349725" y="1609125"/>
            <a:ext cx="4139100" cy="1748700"/>
          </a:xfrm>
          <a:prstGeom prst="rect">
            <a:avLst/>
          </a:prstGeom>
        </p:spPr>
        <p:txBody>
          <a:bodyPr spcFirstLastPara="1" wrap="square" lIns="0" tIns="0" rIns="0" bIns="0" anchor="ctr" anchorCtr="0">
            <a:spAutoFit/>
          </a:bodyPr>
          <a:lstStyle>
            <a:lvl1pPr lvl="0">
              <a:lnSpc>
                <a:spcPct val="100000"/>
              </a:lnSpc>
              <a:spcBef>
                <a:spcPts val="0"/>
              </a:spcBef>
              <a:spcAft>
                <a:spcPts val="0"/>
              </a:spcAft>
              <a:buClr>
                <a:srgbClr val="F4F4F4"/>
              </a:buClr>
              <a:buSzPts val="3200"/>
              <a:buFont typeface="Instrument Sans Medium"/>
              <a:buNone/>
              <a:defRPr sz="3200" b="0">
                <a:solidFill>
                  <a:srgbClr val="F4F4F4"/>
                </a:solidFill>
                <a:latin typeface="Instrument Sans Medium"/>
                <a:ea typeface="Instrument Sans Medium"/>
                <a:cs typeface="Instrument Sans Medium"/>
                <a:sym typeface="Instrument Sans Medium"/>
              </a:defRPr>
            </a:lvl1pPr>
            <a:lvl2pPr lvl="1" algn="ctr">
              <a:lnSpc>
                <a:spcPct val="100000"/>
              </a:lnSpc>
              <a:spcBef>
                <a:spcPts val="0"/>
              </a:spcBef>
              <a:spcAft>
                <a:spcPts val="0"/>
              </a:spcAft>
              <a:buClr>
                <a:srgbClr val="FFFFFF"/>
              </a:buClr>
              <a:buSzPts val="3200"/>
              <a:buFont typeface="Instrument Sans Medium"/>
              <a:buNone/>
              <a:defRPr sz="3200" b="0">
                <a:solidFill>
                  <a:srgbClr val="FFFFFF"/>
                </a:solidFill>
                <a:latin typeface="Instrument Sans Medium"/>
                <a:ea typeface="Instrument Sans Medium"/>
                <a:cs typeface="Instrument Sans Medium"/>
                <a:sym typeface="Instrument Sans Medium"/>
              </a:defRPr>
            </a:lvl2pPr>
            <a:lvl3pPr lvl="2" algn="ctr">
              <a:lnSpc>
                <a:spcPct val="100000"/>
              </a:lnSpc>
              <a:spcBef>
                <a:spcPts val="0"/>
              </a:spcBef>
              <a:spcAft>
                <a:spcPts val="0"/>
              </a:spcAft>
              <a:buClr>
                <a:srgbClr val="FFFFFF"/>
              </a:buClr>
              <a:buSzPts val="3200"/>
              <a:buFont typeface="Instrument Sans Medium"/>
              <a:buNone/>
              <a:defRPr sz="3200" b="0">
                <a:solidFill>
                  <a:srgbClr val="FFFFFF"/>
                </a:solidFill>
                <a:latin typeface="Instrument Sans Medium"/>
                <a:ea typeface="Instrument Sans Medium"/>
                <a:cs typeface="Instrument Sans Medium"/>
                <a:sym typeface="Instrument Sans Medium"/>
              </a:defRPr>
            </a:lvl3pPr>
            <a:lvl4pPr lvl="3" algn="ctr">
              <a:lnSpc>
                <a:spcPct val="100000"/>
              </a:lnSpc>
              <a:spcBef>
                <a:spcPts val="0"/>
              </a:spcBef>
              <a:spcAft>
                <a:spcPts val="0"/>
              </a:spcAft>
              <a:buClr>
                <a:srgbClr val="FFFFFF"/>
              </a:buClr>
              <a:buSzPts val="3200"/>
              <a:buFont typeface="Instrument Sans Medium"/>
              <a:buNone/>
              <a:defRPr sz="3200" b="0">
                <a:solidFill>
                  <a:srgbClr val="FFFFFF"/>
                </a:solidFill>
                <a:latin typeface="Instrument Sans Medium"/>
                <a:ea typeface="Instrument Sans Medium"/>
                <a:cs typeface="Instrument Sans Medium"/>
                <a:sym typeface="Instrument Sans Medium"/>
              </a:defRPr>
            </a:lvl4pPr>
            <a:lvl5pPr lvl="4" algn="ctr">
              <a:lnSpc>
                <a:spcPct val="100000"/>
              </a:lnSpc>
              <a:spcBef>
                <a:spcPts val="0"/>
              </a:spcBef>
              <a:spcAft>
                <a:spcPts val="0"/>
              </a:spcAft>
              <a:buClr>
                <a:srgbClr val="FFFFFF"/>
              </a:buClr>
              <a:buSzPts val="3200"/>
              <a:buFont typeface="Instrument Sans Medium"/>
              <a:buNone/>
              <a:defRPr sz="3200" b="0">
                <a:solidFill>
                  <a:srgbClr val="FFFFFF"/>
                </a:solidFill>
                <a:latin typeface="Instrument Sans Medium"/>
                <a:ea typeface="Instrument Sans Medium"/>
                <a:cs typeface="Instrument Sans Medium"/>
                <a:sym typeface="Instrument Sans Medium"/>
              </a:defRPr>
            </a:lvl5pPr>
            <a:lvl6pPr lvl="5" algn="ctr">
              <a:lnSpc>
                <a:spcPct val="100000"/>
              </a:lnSpc>
              <a:spcBef>
                <a:spcPts val="0"/>
              </a:spcBef>
              <a:spcAft>
                <a:spcPts val="0"/>
              </a:spcAft>
              <a:buClr>
                <a:srgbClr val="FFFFFF"/>
              </a:buClr>
              <a:buSzPts val="3200"/>
              <a:buFont typeface="Instrument Sans Medium"/>
              <a:buNone/>
              <a:defRPr sz="3200" b="0">
                <a:solidFill>
                  <a:srgbClr val="FFFFFF"/>
                </a:solidFill>
                <a:latin typeface="Instrument Sans Medium"/>
                <a:ea typeface="Instrument Sans Medium"/>
                <a:cs typeface="Instrument Sans Medium"/>
                <a:sym typeface="Instrument Sans Medium"/>
              </a:defRPr>
            </a:lvl6pPr>
            <a:lvl7pPr lvl="6" algn="ctr">
              <a:lnSpc>
                <a:spcPct val="100000"/>
              </a:lnSpc>
              <a:spcBef>
                <a:spcPts val="0"/>
              </a:spcBef>
              <a:spcAft>
                <a:spcPts val="0"/>
              </a:spcAft>
              <a:buClr>
                <a:srgbClr val="FFFFFF"/>
              </a:buClr>
              <a:buSzPts val="3200"/>
              <a:buFont typeface="Instrument Sans Medium"/>
              <a:buNone/>
              <a:defRPr sz="3200" b="0">
                <a:solidFill>
                  <a:srgbClr val="FFFFFF"/>
                </a:solidFill>
                <a:latin typeface="Instrument Sans Medium"/>
                <a:ea typeface="Instrument Sans Medium"/>
                <a:cs typeface="Instrument Sans Medium"/>
                <a:sym typeface="Instrument Sans Medium"/>
              </a:defRPr>
            </a:lvl7pPr>
            <a:lvl8pPr lvl="7" algn="ctr">
              <a:lnSpc>
                <a:spcPct val="100000"/>
              </a:lnSpc>
              <a:spcBef>
                <a:spcPts val="0"/>
              </a:spcBef>
              <a:spcAft>
                <a:spcPts val="0"/>
              </a:spcAft>
              <a:buClr>
                <a:srgbClr val="FFFFFF"/>
              </a:buClr>
              <a:buSzPts val="3200"/>
              <a:buFont typeface="Instrument Sans Medium"/>
              <a:buNone/>
              <a:defRPr sz="3200" b="0">
                <a:solidFill>
                  <a:srgbClr val="FFFFFF"/>
                </a:solidFill>
                <a:latin typeface="Instrument Sans Medium"/>
                <a:ea typeface="Instrument Sans Medium"/>
                <a:cs typeface="Instrument Sans Medium"/>
                <a:sym typeface="Instrument Sans Medium"/>
              </a:defRPr>
            </a:lvl8pPr>
            <a:lvl9pPr lvl="8" algn="ctr">
              <a:lnSpc>
                <a:spcPct val="100000"/>
              </a:lnSpc>
              <a:spcBef>
                <a:spcPts val="0"/>
              </a:spcBef>
              <a:spcAft>
                <a:spcPts val="0"/>
              </a:spcAft>
              <a:buClr>
                <a:srgbClr val="FFFFFF"/>
              </a:buClr>
              <a:buSzPts val="3200"/>
              <a:buFont typeface="Instrument Sans Medium"/>
              <a:buNone/>
              <a:defRPr sz="3200" b="0">
                <a:solidFill>
                  <a:srgbClr val="FFFFFF"/>
                </a:solidFill>
                <a:latin typeface="Instrument Sans Medium"/>
                <a:ea typeface="Instrument Sans Medium"/>
                <a:cs typeface="Instrument Sans Medium"/>
                <a:sym typeface="Instrument Sans Medium"/>
              </a:defRPr>
            </a:lvl9pPr>
          </a:lstStyle>
          <a:p>
            <a:endParaRPr/>
          </a:p>
        </p:txBody>
      </p:sp>
      <p:pic>
        <p:nvPicPr>
          <p:cNvPr id="403" name="Google Shape;403;p31" title="N Isotype.png"/>
          <p:cNvPicPr preferRelativeResize="0"/>
          <p:nvPr/>
        </p:nvPicPr>
        <p:blipFill>
          <a:blip r:embed="rId3">
            <a:alphaModFix/>
          </a:blip>
          <a:stretch>
            <a:fillRect/>
          </a:stretch>
        </p:blipFill>
        <p:spPr>
          <a:xfrm>
            <a:off x="8376360" y="248625"/>
            <a:ext cx="394276" cy="490376"/>
          </a:xfrm>
          <a:prstGeom prst="rect">
            <a:avLst/>
          </a:prstGeom>
          <a:noFill/>
          <a:ln>
            <a:noFill/>
          </a:ln>
        </p:spPr>
      </p:pic>
      <p:sp>
        <p:nvSpPr>
          <p:cNvPr id="404" name="Google Shape;404;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guide id="3" pos="340">
          <p15:clr>
            <a:srgbClr val="FA7B17"/>
          </p15:clr>
        </p15:guide>
        <p15:guide id="4" pos="5443">
          <p15:clr>
            <a:srgbClr val="FA7B17"/>
          </p15:clr>
        </p15:guide>
        <p15:guide id="5" orient="horz" pos="340">
          <p15:clr>
            <a:srgbClr val="FA7B17"/>
          </p15:clr>
        </p15:guide>
        <p15:guide id="6" orient="horz" pos="2903">
          <p15:clr>
            <a:srgbClr val="FA7B17"/>
          </p15:clr>
        </p15:guide>
        <p15:guide id="7" pos="975">
          <p15:clr>
            <a:srgbClr val="FA7B17"/>
          </p15:clr>
        </p15:guide>
        <p15:guide id="8" pos="4785">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ido XX">
  <p:cSld name="CUSTOM_2">
    <p:bg>
      <p:bgPr>
        <a:blipFill>
          <a:blip r:embed="rId2">
            <a:alphaModFix/>
          </a:blip>
          <a:stretch>
            <a:fillRect/>
          </a:stretch>
        </a:blipFill>
        <a:effectLst/>
      </p:bgPr>
    </p:bg>
    <p:spTree>
      <p:nvGrpSpPr>
        <p:cNvPr id="1" name="Shape 417"/>
        <p:cNvGrpSpPr/>
        <p:nvPr/>
      </p:nvGrpSpPr>
      <p:grpSpPr>
        <a:xfrm>
          <a:off x="0" y="0"/>
          <a:ext cx="0" cy="0"/>
          <a:chOff x="0" y="0"/>
          <a:chExt cx="0" cy="0"/>
        </a:xfrm>
      </p:grpSpPr>
      <p:sp>
        <p:nvSpPr>
          <p:cNvPr id="418" name="Google Shape;418;p34"/>
          <p:cNvSpPr txBox="1">
            <a:spLocks noGrp="1"/>
          </p:cNvSpPr>
          <p:nvPr>
            <p:ph type="title"/>
          </p:nvPr>
        </p:nvSpPr>
        <p:spPr>
          <a:xfrm>
            <a:off x="1564800" y="2296925"/>
            <a:ext cx="6014400" cy="1349700"/>
          </a:xfrm>
          <a:prstGeom prst="rect">
            <a:avLst/>
          </a:prstGeom>
        </p:spPr>
        <p:txBody>
          <a:bodyPr spcFirstLastPara="1" wrap="square" lIns="0" tIns="0" rIns="0" bIns="0" anchor="t" anchorCtr="0">
            <a:spAutoFit/>
          </a:bodyPr>
          <a:lstStyle>
            <a:lvl1pPr lvl="0" algn="ctr">
              <a:lnSpc>
                <a:spcPct val="80000"/>
              </a:lnSpc>
              <a:spcBef>
                <a:spcPts val="0"/>
              </a:spcBef>
              <a:spcAft>
                <a:spcPts val="0"/>
              </a:spcAft>
              <a:buClr>
                <a:srgbClr val="FFFFFF"/>
              </a:buClr>
              <a:buSzPts val="4800"/>
              <a:buFont typeface="Instrument Sans"/>
              <a:buNone/>
              <a:defRPr sz="4800" b="0">
                <a:solidFill>
                  <a:srgbClr val="FFFFFF"/>
                </a:solidFill>
                <a:latin typeface="Instrument Sans"/>
                <a:ea typeface="Instrument Sans"/>
                <a:cs typeface="Instrument Sans"/>
                <a:sym typeface="Instrument Sans"/>
              </a:defRPr>
            </a:lvl1pPr>
            <a:lvl2pPr lvl="1" algn="r">
              <a:lnSpc>
                <a:spcPct val="75000"/>
              </a:lnSpc>
              <a:spcBef>
                <a:spcPts val="0"/>
              </a:spcBef>
              <a:spcAft>
                <a:spcPts val="0"/>
              </a:spcAft>
              <a:buClr>
                <a:srgbClr val="FFFFFF"/>
              </a:buClr>
              <a:buSzPts val="4800"/>
              <a:buNone/>
              <a:defRPr sz="4800">
                <a:solidFill>
                  <a:srgbClr val="FFFFFF"/>
                </a:solidFill>
              </a:defRPr>
            </a:lvl2pPr>
            <a:lvl3pPr lvl="2" algn="r">
              <a:lnSpc>
                <a:spcPct val="75000"/>
              </a:lnSpc>
              <a:spcBef>
                <a:spcPts val="0"/>
              </a:spcBef>
              <a:spcAft>
                <a:spcPts val="0"/>
              </a:spcAft>
              <a:buClr>
                <a:srgbClr val="FFFFFF"/>
              </a:buClr>
              <a:buSzPts val="4800"/>
              <a:buNone/>
              <a:defRPr sz="4800">
                <a:solidFill>
                  <a:srgbClr val="FFFFFF"/>
                </a:solidFill>
              </a:defRPr>
            </a:lvl3pPr>
            <a:lvl4pPr lvl="3" algn="r">
              <a:lnSpc>
                <a:spcPct val="75000"/>
              </a:lnSpc>
              <a:spcBef>
                <a:spcPts val="0"/>
              </a:spcBef>
              <a:spcAft>
                <a:spcPts val="0"/>
              </a:spcAft>
              <a:buClr>
                <a:srgbClr val="FFFFFF"/>
              </a:buClr>
              <a:buSzPts val="4800"/>
              <a:buNone/>
              <a:defRPr sz="4800">
                <a:solidFill>
                  <a:srgbClr val="FFFFFF"/>
                </a:solidFill>
              </a:defRPr>
            </a:lvl4pPr>
            <a:lvl5pPr lvl="4" algn="r">
              <a:lnSpc>
                <a:spcPct val="75000"/>
              </a:lnSpc>
              <a:spcBef>
                <a:spcPts val="0"/>
              </a:spcBef>
              <a:spcAft>
                <a:spcPts val="0"/>
              </a:spcAft>
              <a:buClr>
                <a:srgbClr val="FFFFFF"/>
              </a:buClr>
              <a:buSzPts val="4800"/>
              <a:buNone/>
              <a:defRPr sz="4800">
                <a:solidFill>
                  <a:srgbClr val="FFFFFF"/>
                </a:solidFill>
              </a:defRPr>
            </a:lvl5pPr>
            <a:lvl6pPr lvl="5" algn="r">
              <a:lnSpc>
                <a:spcPct val="75000"/>
              </a:lnSpc>
              <a:spcBef>
                <a:spcPts val="0"/>
              </a:spcBef>
              <a:spcAft>
                <a:spcPts val="0"/>
              </a:spcAft>
              <a:buClr>
                <a:srgbClr val="FFFFFF"/>
              </a:buClr>
              <a:buSzPts val="4800"/>
              <a:buNone/>
              <a:defRPr sz="4800">
                <a:solidFill>
                  <a:srgbClr val="FFFFFF"/>
                </a:solidFill>
              </a:defRPr>
            </a:lvl6pPr>
            <a:lvl7pPr lvl="6" algn="r">
              <a:lnSpc>
                <a:spcPct val="75000"/>
              </a:lnSpc>
              <a:spcBef>
                <a:spcPts val="0"/>
              </a:spcBef>
              <a:spcAft>
                <a:spcPts val="0"/>
              </a:spcAft>
              <a:buClr>
                <a:srgbClr val="FFFFFF"/>
              </a:buClr>
              <a:buSzPts val="4800"/>
              <a:buNone/>
              <a:defRPr sz="4800">
                <a:solidFill>
                  <a:srgbClr val="FFFFFF"/>
                </a:solidFill>
              </a:defRPr>
            </a:lvl7pPr>
            <a:lvl8pPr lvl="7" algn="r">
              <a:lnSpc>
                <a:spcPct val="75000"/>
              </a:lnSpc>
              <a:spcBef>
                <a:spcPts val="0"/>
              </a:spcBef>
              <a:spcAft>
                <a:spcPts val="0"/>
              </a:spcAft>
              <a:buClr>
                <a:srgbClr val="FFFFFF"/>
              </a:buClr>
              <a:buSzPts val="4800"/>
              <a:buNone/>
              <a:defRPr sz="4800">
                <a:solidFill>
                  <a:srgbClr val="FFFFFF"/>
                </a:solidFill>
              </a:defRPr>
            </a:lvl8pPr>
            <a:lvl9pPr lvl="8" algn="r">
              <a:lnSpc>
                <a:spcPct val="75000"/>
              </a:lnSpc>
              <a:spcBef>
                <a:spcPts val="0"/>
              </a:spcBef>
              <a:spcAft>
                <a:spcPts val="0"/>
              </a:spcAft>
              <a:buClr>
                <a:srgbClr val="FFFFFF"/>
              </a:buClr>
              <a:buSzPts val="4800"/>
              <a:buNone/>
              <a:defRPr sz="4800">
                <a:solidFill>
                  <a:srgbClr val="FFFFFF"/>
                </a:solidFill>
              </a:defRPr>
            </a:lvl9pPr>
          </a:lstStyle>
          <a:p>
            <a:endParaRPr/>
          </a:p>
        </p:txBody>
      </p:sp>
      <p:pic>
        <p:nvPicPr>
          <p:cNvPr id="419" name="Google Shape;419;p34" title="Nfq - Black - Claim.png"/>
          <p:cNvPicPr preferRelativeResize="0"/>
          <p:nvPr/>
        </p:nvPicPr>
        <p:blipFill>
          <a:blip r:embed="rId3">
            <a:alphaModFix/>
          </a:blip>
          <a:stretch>
            <a:fillRect/>
          </a:stretch>
        </p:blipFill>
        <p:spPr>
          <a:xfrm>
            <a:off x="182200" y="4308775"/>
            <a:ext cx="1304001" cy="693725"/>
          </a:xfrm>
          <a:prstGeom prst="rect">
            <a:avLst/>
          </a:prstGeom>
          <a:noFill/>
          <a:ln>
            <a:noFill/>
          </a:ln>
        </p:spPr>
      </p:pic>
      <p:sp>
        <p:nvSpPr>
          <p:cNvPr id="420" name="Google Shape;420;p3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orient="horz" pos="2903">
          <p15:clr>
            <a:srgbClr val="FA7B17"/>
          </p15:clr>
        </p15:guide>
        <p15:guide id="2" pos="340">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ido XXII">
  <p:cSld name="CUSTOM_2_1_1_1">
    <p:bg>
      <p:bgPr>
        <a:blipFill>
          <a:blip r:embed="rId2">
            <a:alphaModFix/>
          </a:blip>
          <a:stretch>
            <a:fillRect/>
          </a:stretch>
        </a:blipFill>
        <a:effectLst/>
      </p:bgPr>
    </p:bg>
    <p:spTree>
      <p:nvGrpSpPr>
        <p:cNvPr id="1" name="Shape 429"/>
        <p:cNvGrpSpPr/>
        <p:nvPr/>
      </p:nvGrpSpPr>
      <p:grpSpPr>
        <a:xfrm>
          <a:off x="0" y="0"/>
          <a:ext cx="0" cy="0"/>
          <a:chOff x="0" y="0"/>
          <a:chExt cx="0" cy="0"/>
        </a:xfrm>
      </p:grpSpPr>
      <p:sp>
        <p:nvSpPr>
          <p:cNvPr id="430" name="Google Shape;430;p37"/>
          <p:cNvSpPr txBox="1">
            <a:spLocks noGrp="1"/>
          </p:cNvSpPr>
          <p:nvPr>
            <p:ph type="title"/>
          </p:nvPr>
        </p:nvSpPr>
        <p:spPr>
          <a:xfrm>
            <a:off x="1564800" y="2296925"/>
            <a:ext cx="6014400" cy="1349700"/>
          </a:xfrm>
          <a:prstGeom prst="rect">
            <a:avLst/>
          </a:prstGeom>
        </p:spPr>
        <p:txBody>
          <a:bodyPr spcFirstLastPara="1" wrap="square" lIns="0" tIns="0" rIns="0" bIns="0" anchor="t" anchorCtr="0">
            <a:spAutoFit/>
          </a:bodyPr>
          <a:lstStyle>
            <a:lvl1pPr lvl="0" algn="ctr">
              <a:lnSpc>
                <a:spcPct val="80000"/>
              </a:lnSpc>
              <a:spcBef>
                <a:spcPts val="0"/>
              </a:spcBef>
              <a:spcAft>
                <a:spcPts val="0"/>
              </a:spcAft>
              <a:buClr>
                <a:srgbClr val="FFFFFF"/>
              </a:buClr>
              <a:buSzPts val="4800"/>
              <a:buFont typeface="Instrument Sans"/>
              <a:buNone/>
              <a:defRPr sz="4800" b="0">
                <a:solidFill>
                  <a:srgbClr val="FFFFFF"/>
                </a:solidFill>
                <a:latin typeface="Instrument Sans"/>
                <a:ea typeface="Instrument Sans"/>
                <a:cs typeface="Instrument Sans"/>
                <a:sym typeface="Instrument Sans"/>
              </a:defRPr>
            </a:lvl1pPr>
            <a:lvl2pPr lvl="1" algn="r">
              <a:lnSpc>
                <a:spcPct val="75000"/>
              </a:lnSpc>
              <a:spcBef>
                <a:spcPts val="0"/>
              </a:spcBef>
              <a:spcAft>
                <a:spcPts val="0"/>
              </a:spcAft>
              <a:buClr>
                <a:srgbClr val="FFFFFF"/>
              </a:buClr>
              <a:buSzPts val="4800"/>
              <a:buNone/>
              <a:defRPr sz="4800">
                <a:solidFill>
                  <a:srgbClr val="FFFFFF"/>
                </a:solidFill>
              </a:defRPr>
            </a:lvl2pPr>
            <a:lvl3pPr lvl="2" algn="r">
              <a:lnSpc>
                <a:spcPct val="75000"/>
              </a:lnSpc>
              <a:spcBef>
                <a:spcPts val="0"/>
              </a:spcBef>
              <a:spcAft>
                <a:spcPts val="0"/>
              </a:spcAft>
              <a:buClr>
                <a:srgbClr val="FFFFFF"/>
              </a:buClr>
              <a:buSzPts val="4800"/>
              <a:buNone/>
              <a:defRPr sz="4800">
                <a:solidFill>
                  <a:srgbClr val="FFFFFF"/>
                </a:solidFill>
              </a:defRPr>
            </a:lvl3pPr>
            <a:lvl4pPr lvl="3" algn="r">
              <a:lnSpc>
                <a:spcPct val="75000"/>
              </a:lnSpc>
              <a:spcBef>
                <a:spcPts val="0"/>
              </a:spcBef>
              <a:spcAft>
                <a:spcPts val="0"/>
              </a:spcAft>
              <a:buClr>
                <a:srgbClr val="FFFFFF"/>
              </a:buClr>
              <a:buSzPts val="4800"/>
              <a:buNone/>
              <a:defRPr sz="4800">
                <a:solidFill>
                  <a:srgbClr val="FFFFFF"/>
                </a:solidFill>
              </a:defRPr>
            </a:lvl4pPr>
            <a:lvl5pPr lvl="4" algn="r">
              <a:lnSpc>
                <a:spcPct val="75000"/>
              </a:lnSpc>
              <a:spcBef>
                <a:spcPts val="0"/>
              </a:spcBef>
              <a:spcAft>
                <a:spcPts val="0"/>
              </a:spcAft>
              <a:buClr>
                <a:srgbClr val="FFFFFF"/>
              </a:buClr>
              <a:buSzPts val="4800"/>
              <a:buNone/>
              <a:defRPr sz="4800">
                <a:solidFill>
                  <a:srgbClr val="FFFFFF"/>
                </a:solidFill>
              </a:defRPr>
            </a:lvl5pPr>
            <a:lvl6pPr lvl="5" algn="r">
              <a:lnSpc>
                <a:spcPct val="75000"/>
              </a:lnSpc>
              <a:spcBef>
                <a:spcPts val="0"/>
              </a:spcBef>
              <a:spcAft>
                <a:spcPts val="0"/>
              </a:spcAft>
              <a:buClr>
                <a:srgbClr val="FFFFFF"/>
              </a:buClr>
              <a:buSzPts val="4800"/>
              <a:buNone/>
              <a:defRPr sz="4800">
                <a:solidFill>
                  <a:srgbClr val="FFFFFF"/>
                </a:solidFill>
              </a:defRPr>
            </a:lvl6pPr>
            <a:lvl7pPr lvl="6" algn="r">
              <a:lnSpc>
                <a:spcPct val="75000"/>
              </a:lnSpc>
              <a:spcBef>
                <a:spcPts val="0"/>
              </a:spcBef>
              <a:spcAft>
                <a:spcPts val="0"/>
              </a:spcAft>
              <a:buClr>
                <a:srgbClr val="FFFFFF"/>
              </a:buClr>
              <a:buSzPts val="4800"/>
              <a:buNone/>
              <a:defRPr sz="4800">
                <a:solidFill>
                  <a:srgbClr val="FFFFFF"/>
                </a:solidFill>
              </a:defRPr>
            </a:lvl7pPr>
            <a:lvl8pPr lvl="7" algn="r">
              <a:lnSpc>
                <a:spcPct val="75000"/>
              </a:lnSpc>
              <a:spcBef>
                <a:spcPts val="0"/>
              </a:spcBef>
              <a:spcAft>
                <a:spcPts val="0"/>
              </a:spcAft>
              <a:buClr>
                <a:srgbClr val="FFFFFF"/>
              </a:buClr>
              <a:buSzPts val="4800"/>
              <a:buNone/>
              <a:defRPr sz="4800">
                <a:solidFill>
                  <a:srgbClr val="FFFFFF"/>
                </a:solidFill>
              </a:defRPr>
            </a:lvl8pPr>
            <a:lvl9pPr lvl="8" algn="r">
              <a:lnSpc>
                <a:spcPct val="75000"/>
              </a:lnSpc>
              <a:spcBef>
                <a:spcPts val="0"/>
              </a:spcBef>
              <a:spcAft>
                <a:spcPts val="0"/>
              </a:spcAft>
              <a:buClr>
                <a:srgbClr val="FFFFFF"/>
              </a:buClr>
              <a:buSzPts val="4800"/>
              <a:buNone/>
              <a:defRPr sz="4800">
                <a:solidFill>
                  <a:srgbClr val="FFFFFF"/>
                </a:solidFill>
              </a:defRPr>
            </a:lvl9pPr>
          </a:lstStyle>
          <a:p>
            <a:endParaRPr/>
          </a:p>
        </p:txBody>
      </p:sp>
      <p:pic>
        <p:nvPicPr>
          <p:cNvPr id="431" name="Google Shape;431;p37" title="Nfq - Black - Claim.png"/>
          <p:cNvPicPr preferRelativeResize="0"/>
          <p:nvPr/>
        </p:nvPicPr>
        <p:blipFill>
          <a:blip r:embed="rId3">
            <a:alphaModFix/>
          </a:blip>
          <a:stretch>
            <a:fillRect/>
          </a:stretch>
        </p:blipFill>
        <p:spPr>
          <a:xfrm>
            <a:off x="182200" y="4308775"/>
            <a:ext cx="1304001" cy="693725"/>
          </a:xfrm>
          <a:prstGeom prst="rect">
            <a:avLst/>
          </a:prstGeom>
          <a:noFill/>
          <a:ln>
            <a:noFill/>
          </a:ln>
        </p:spPr>
      </p:pic>
      <p:sp>
        <p:nvSpPr>
          <p:cNvPr id="432" name="Google Shape;432;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rgbClr val="1C1D1E"/>
                </a:solidFill>
                <a:latin typeface="Instrument Sans"/>
                <a:ea typeface="Instrument Sans"/>
                <a:cs typeface="Instrument Sans"/>
                <a:sym typeface="Instrument Sans"/>
              </a:defRPr>
            </a:lvl1pPr>
            <a:lvl2pPr lvl="1">
              <a:buNone/>
              <a:defRPr sz="1300">
                <a:solidFill>
                  <a:srgbClr val="1C1D1E"/>
                </a:solidFill>
                <a:latin typeface="Instrument Sans"/>
                <a:ea typeface="Instrument Sans"/>
                <a:cs typeface="Instrument Sans"/>
                <a:sym typeface="Instrument Sans"/>
              </a:defRPr>
            </a:lvl2pPr>
            <a:lvl3pPr lvl="2">
              <a:buNone/>
              <a:defRPr sz="1300">
                <a:solidFill>
                  <a:srgbClr val="1C1D1E"/>
                </a:solidFill>
                <a:latin typeface="Instrument Sans"/>
                <a:ea typeface="Instrument Sans"/>
                <a:cs typeface="Instrument Sans"/>
                <a:sym typeface="Instrument Sans"/>
              </a:defRPr>
            </a:lvl3pPr>
            <a:lvl4pPr lvl="3">
              <a:buNone/>
              <a:defRPr sz="1300">
                <a:solidFill>
                  <a:srgbClr val="1C1D1E"/>
                </a:solidFill>
                <a:latin typeface="Instrument Sans"/>
                <a:ea typeface="Instrument Sans"/>
                <a:cs typeface="Instrument Sans"/>
                <a:sym typeface="Instrument Sans"/>
              </a:defRPr>
            </a:lvl4pPr>
            <a:lvl5pPr lvl="4">
              <a:buNone/>
              <a:defRPr sz="1300">
                <a:solidFill>
                  <a:srgbClr val="1C1D1E"/>
                </a:solidFill>
                <a:latin typeface="Instrument Sans"/>
                <a:ea typeface="Instrument Sans"/>
                <a:cs typeface="Instrument Sans"/>
                <a:sym typeface="Instrument Sans"/>
              </a:defRPr>
            </a:lvl5pPr>
            <a:lvl6pPr lvl="5">
              <a:buNone/>
              <a:defRPr sz="1300">
                <a:solidFill>
                  <a:srgbClr val="1C1D1E"/>
                </a:solidFill>
                <a:latin typeface="Instrument Sans"/>
                <a:ea typeface="Instrument Sans"/>
                <a:cs typeface="Instrument Sans"/>
                <a:sym typeface="Instrument Sans"/>
              </a:defRPr>
            </a:lvl6pPr>
            <a:lvl7pPr lvl="6">
              <a:buNone/>
              <a:defRPr sz="1300">
                <a:solidFill>
                  <a:srgbClr val="1C1D1E"/>
                </a:solidFill>
                <a:latin typeface="Instrument Sans"/>
                <a:ea typeface="Instrument Sans"/>
                <a:cs typeface="Instrument Sans"/>
                <a:sym typeface="Instrument Sans"/>
              </a:defRPr>
            </a:lvl7pPr>
            <a:lvl8pPr lvl="7">
              <a:buNone/>
              <a:defRPr sz="1300">
                <a:solidFill>
                  <a:srgbClr val="1C1D1E"/>
                </a:solidFill>
                <a:latin typeface="Instrument Sans"/>
                <a:ea typeface="Instrument Sans"/>
                <a:cs typeface="Instrument Sans"/>
                <a:sym typeface="Instrument Sans"/>
              </a:defRPr>
            </a:lvl8pPr>
            <a:lvl9pPr lvl="8">
              <a:buNone/>
              <a:defRPr sz="13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orient="horz" pos="2903">
          <p15:clr>
            <a:srgbClr val="FA7B17"/>
          </p15:clr>
        </p15:guide>
        <p15:guide id="2" pos="340">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5.3. Split View (III) 2">
  <p:cSld name="SECTION_HEADER_1_1_2_1_1_1_2">
    <p:bg>
      <p:bgPr>
        <a:solidFill>
          <a:srgbClr val="FFFFFF"/>
        </a:solidFill>
        <a:effectLst/>
      </p:bgPr>
    </p:bg>
    <p:spTree>
      <p:nvGrpSpPr>
        <p:cNvPr id="1" name="Shape 433"/>
        <p:cNvGrpSpPr/>
        <p:nvPr/>
      </p:nvGrpSpPr>
      <p:grpSpPr>
        <a:xfrm>
          <a:off x="0" y="0"/>
          <a:ext cx="0" cy="0"/>
          <a:chOff x="0" y="0"/>
          <a:chExt cx="0" cy="0"/>
        </a:xfrm>
      </p:grpSpPr>
      <p:pic>
        <p:nvPicPr>
          <p:cNvPr id="434" name="Google Shape;434;p38" title="N Isotype.png"/>
          <p:cNvPicPr preferRelativeResize="0"/>
          <p:nvPr/>
        </p:nvPicPr>
        <p:blipFill>
          <a:blip r:embed="rId2">
            <a:alphaModFix/>
          </a:blip>
          <a:stretch>
            <a:fillRect/>
          </a:stretch>
        </p:blipFill>
        <p:spPr>
          <a:xfrm>
            <a:off x="8839821" y="66450"/>
            <a:ext cx="236382" cy="294000"/>
          </a:xfrm>
          <a:prstGeom prst="rect">
            <a:avLst/>
          </a:prstGeom>
          <a:noFill/>
          <a:ln>
            <a:noFill/>
          </a:ln>
        </p:spPr>
      </p:pic>
      <p:sp>
        <p:nvSpPr>
          <p:cNvPr id="435" name="Google Shape;435;p38"/>
          <p:cNvSpPr txBox="1">
            <a:spLocks noGrp="1"/>
          </p:cNvSpPr>
          <p:nvPr>
            <p:ph type="title"/>
          </p:nvPr>
        </p:nvSpPr>
        <p:spPr>
          <a:xfrm>
            <a:off x="375425" y="451425"/>
            <a:ext cx="6320400" cy="294000"/>
          </a:xfrm>
          <a:prstGeom prst="rect">
            <a:avLst/>
          </a:prstGeom>
        </p:spPr>
        <p:txBody>
          <a:bodyPr spcFirstLastPara="1" wrap="square" lIns="0" tIns="0" rIns="0" bIns="0" anchor="t" anchorCtr="0">
            <a:noAutofit/>
          </a:bodyPr>
          <a:lstStyle>
            <a:lvl1pPr lvl="0">
              <a:spcBef>
                <a:spcPts val="0"/>
              </a:spcBef>
              <a:spcAft>
                <a:spcPts val="0"/>
              </a:spcAft>
              <a:buClr>
                <a:srgbClr val="100D25"/>
              </a:buClr>
              <a:buSzPts val="2000"/>
              <a:buFont typeface="Instrument Sans"/>
              <a:buNone/>
              <a:defRPr sz="2000" b="0">
                <a:solidFill>
                  <a:srgbClr val="100D25"/>
                </a:solidFill>
                <a:latin typeface="Instrument Sans"/>
                <a:ea typeface="Instrument Sans"/>
                <a:cs typeface="Instrument Sans"/>
                <a:sym typeface="Instrument Sans"/>
              </a:defRPr>
            </a:lvl1pPr>
            <a:lvl2pPr lvl="1">
              <a:spcBef>
                <a:spcPts val="0"/>
              </a:spcBef>
              <a:spcAft>
                <a:spcPts val="0"/>
              </a:spcAft>
              <a:buClr>
                <a:srgbClr val="1C1D1E"/>
              </a:buClr>
              <a:buSzPts val="2400"/>
              <a:buNone/>
              <a:defRPr sz="2400">
                <a:solidFill>
                  <a:srgbClr val="1C1D1E"/>
                </a:solidFill>
              </a:defRPr>
            </a:lvl2pPr>
            <a:lvl3pPr lvl="2">
              <a:spcBef>
                <a:spcPts val="0"/>
              </a:spcBef>
              <a:spcAft>
                <a:spcPts val="0"/>
              </a:spcAft>
              <a:buClr>
                <a:srgbClr val="1C1D1E"/>
              </a:buClr>
              <a:buSzPts val="2400"/>
              <a:buNone/>
              <a:defRPr sz="2400">
                <a:solidFill>
                  <a:srgbClr val="1C1D1E"/>
                </a:solidFill>
              </a:defRPr>
            </a:lvl3pPr>
            <a:lvl4pPr lvl="3">
              <a:spcBef>
                <a:spcPts val="0"/>
              </a:spcBef>
              <a:spcAft>
                <a:spcPts val="0"/>
              </a:spcAft>
              <a:buClr>
                <a:srgbClr val="1C1D1E"/>
              </a:buClr>
              <a:buSzPts val="2400"/>
              <a:buNone/>
              <a:defRPr sz="2400">
                <a:solidFill>
                  <a:srgbClr val="1C1D1E"/>
                </a:solidFill>
              </a:defRPr>
            </a:lvl4pPr>
            <a:lvl5pPr lvl="4">
              <a:spcBef>
                <a:spcPts val="0"/>
              </a:spcBef>
              <a:spcAft>
                <a:spcPts val="0"/>
              </a:spcAft>
              <a:buClr>
                <a:srgbClr val="1C1D1E"/>
              </a:buClr>
              <a:buSzPts val="2400"/>
              <a:buNone/>
              <a:defRPr sz="2400">
                <a:solidFill>
                  <a:srgbClr val="1C1D1E"/>
                </a:solidFill>
              </a:defRPr>
            </a:lvl5pPr>
            <a:lvl6pPr lvl="5">
              <a:spcBef>
                <a:spcPts val="0"/>
              </a:spcBef>
              <a:spcAft>
                <a:spcPts val="0"/>
              </a:spcAft>
              <a:buClr>
                <a:srgbClr val="1C1D1E"/>
              </a:buClr>
              <a:buSzPts val="2400"/>
              <a:buNone/>
              <a:defRPr sz="2400">
                <a:solidFill>
                  <a:srgbClr val="1C1D1E"/>
                </a:solidFill>
              </a:defRPr>
            </a:lvl6pPr>
            <a:lvl7pPr lvl="6">
              <a:spcBef>
                <a:spcPts val="0"/>
              </a:spcBef>
              <a:spcAft>
                <a:spcPts val="0"/>
              </a:spcAft>
              <a:buClr>
                <a:srgbClr val="1C1D1E"/>
              </a:buClr>
              <a:buSzPts val="2400"/>
              <a:buNone/>
              <a:defRPr sz="2400">
                <a:solidFill>
                  <a:srgbClr val="1C1D1E"/>
                </a:solidFill>
              </a:defRPr>
            </a:lvl7pPr>
            <a:lvl8pPr lvl="7">
              <a:spcBef>
                <a:spcPts val="0"/>
              </a:spcBef>
              <a:spcAft>
                <a:spcPts val="0"/>
              </a:spcAft>
              <a:buClr>
                <a:srgbClr val="1C1D1E"/>
              </a:buClr>
              <a:buSzPts val="2400"/>
              <a:buNone/>
              <a:defRPr sz="2400">
                <a:solidFill>
                  <a:srgbClr val="1C1D1E"/>
                </a:solidFill>
              </a:defRPr>
            </a:lvl8pPr>
            <a:lvl9pPr lvl="8">
              <a:spcBef>
                <a:spcPts val="0"/>
              </a:spcBef>
              <a:spcAft>
                <a:spcPts val="0"/>
              </a:spcAft>
              <a:buClr>
                <a:srgbClr val="1C1D1E"/>
              </a:buClr>
              <a:buSzPts val="2400"/>
              <a:buNone/>
              <a:defRPr sz="2400">
                <a:solidFill>
                  <a:srgbClr val="1C1D1E"/>
                </a:solidFill>
              </a:defRPr>
            </a:lvl9pPr>
          </a:lstStyle>
          <a:p>
            <a:endParaRPr/>
          </a:p>
        </p:txBody>
      </p:sp>
      <p:sp>
        <p:nvSpPr>
          <p:cNvPr id="436" name="Google Shape;436;p38"/>
          <p:cNvSpPr txBox="1">
            <a:spLocks noGrp="1"/>
          </p:cNvSpPr>
          <p:nvPr>
            <p:ph type="subTitle" idx="1"/>
          </p:nvPr>
        </p:nvSpPr>
        <p:spPr>
          <a:xfrm>
            <a:off x="375425" y="213993"/>
            <a:ext cx="4626300" cy="230063"/>
          </a:xfrm>
          <a:prstGeom prst="rect">
            <a:avLst/>
          </a:prstGeom>
        </p:spPr>
        <p:txBody>
          <a:bodyPr spcFirstLastPara="1" wrap="square" lIns="0" tIns="0" rIns="0" bIns="0" anchor="b" anchorCtr="0">
            <a:spAutoFit/>
          </a:bodyPr>
          <a:lstStyle>
            <a:lvl1pPr lvl="0">
              <a:spcBef>
                <a:spcPts val="0"/>
              </a:spcBef>
              <a:spcAft>
                <a:spcPts val="0"/>
              </a:spcAft>
              <a:buClr>
                <a:srgbClr val="741B47"/>
              </a:buClr>
              <a:buSzPts val="1300"/>
              <a:buFont typeface="Instrument Sans SemiBold"/>
              <a:buNone/>
              <a:defRPr sz="1300">
                <a:solidFill>
                  <a:schemeClr val="accent1"/>
                </a:solidFill>
                <a:latin typeface="Instrument Sans SemiBold"/>
                <a:ea typeface="Instrument Sans SemiBold"/>
                <a:cs typeface="Instrument Sans SemiBold"/>
                <a:sym typeface="Instrument Sans SemiBold"/>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a:endParaRPr dirty="0"/>
          </a:p>
        </p:txBody>
      </p:sp>
      <p:sp>
        <p:nvSpPr>
          <p:cNvPr id="437" name="Google Shape;437;p38"/>
          <p:cNvSpPr txBox="1">
            <a:spLocks noGrp="1"/>
          </p:cNvSpPr>
          <p:nvPr>
            <p:ph type="sldNum" idx="12"/>
          </p:nvPr>
        </p:nvSpPr>
        <p:spPr>
          <a:xfrm>
            <a:off x="8738525" y="4849450"/>
            <a:ext cx="366900" cy="294000"/>
          </a:xfrm>
          <a:prstGeom prst="rect">
            <a:avLst/>
          </a:prstGeom>
        </p:spPr>
        <p:txBody>
          <a:bodyPr spcFirstLastPara="1" wrap="square" lIns="91425" tIns="91425" rIns="91425" bIns="91425" anchor="t" anchorCtr="0">
            <a:normAutofit lnSpcReduction="10000"/>
          </a:bodyPr>
          <a:lstStyle>
            <a:lvl1pPr lvl="0">
              <a:buNone/>
              <a:defRPr sz="800">
                <a:solidFill>
                  <a:srgbClr val="1C1D1E"/>
                </a:solidFill>
                <a:latin typeface="Instrument Sans"/>
                <a:ea typeface="Instrument Sans"/>
                <a:cs typeface="Instrument Sans"/>
                <a:sym typeface="Instrument Sans"/>
              </a:defRPr>
            </a:lvl1pPr>
            <a:lvl2pPr lvl="1">
              <a:buNone/>
              <a:defRPr sz="800">
                <a:solidFill>
                  <a:srgbClr val="1C1D1E"/>
                </a:solidFill>
                <a:latin typeface="Instrument Sans"/>
                <a:ea typeface="Instrument Sans"/>
                <a:cs typeface="Instrument Sans"/>
                <a:sym typeface="Instrument Sans"/>
              </a:defRPr>
            </a:lvl2pPr>
            <a:lvl3pPr lvl="2">
              <a:buNone/>
              <a:defRPr sz="800">
                <a:solidFill>
                  <a:srgbClr val="1C1D1E"/>
                </a:solidFill>
                <a:latin typeface="Instrument Sans"/>
                <a:ea typeface="Instrument Sans"/>
                <a:cs typeface="Instrument Sans"/>
                <a:sym typeface="Instrument Sans"/>
              </a:defRPr>
            </a:lvl3pPr>
            <a:lvl4pPr lvl="3">
              <a:buNone/>
              <a:defRPr sz="800">
                <a:solidFill>
                  <a:srgbClr val="1C1D1E"/>
                </a:solidFill>
                <a:latin typeface="Instrument Sans"/>
                <a:ea typeface="Instrument Sans"/>
                <a:cs typeface="Instrument Sans"/>
                <a:sym typeface="Instrument Sans"/>
              </a:defRPr>
            </a:lvl4pPr>
            <a:lvl5pPr lvl="4">
              <a:buNone/>
              <a:defRPr sz="800">
                <a:solidFill>
                  <a:srgbClr val="1C1D1E"/>
                </a:solidFill>
                <a:latin typeface="Instrument Sans"/>
                <a:ea typeface="Instrument Sans"/>
                <a:cs typeface="Instrument Sans"/>
                <a:sym typeface="Instrument Sans"/>
              </a:defRPr>
            </a:lvl5pPr>
            <a:lvl6pPr lvl="5">
              <a:buNone/>
              <a:defRPr sz="800">
                <a:solidFill>
                  <a:srgbClr val="1C1D1E"/>
                </a:solidFill>
                <a:latin typeface="Instrument Sans"/>
                <a:ea typeface="Instrument Sans"/>
                <a:cs typeface="Instrument Sans"/>
                <a:sym typeface="Instrument Sans"/>
              </a:defRPr>
            </a:lvl6pPr>
            <a:lvl7pPr lvl="6">
              <a:buNone/>
              <a:defRPr sz="800">
                <a:solidFill>
                  <a:srgbClr val="1C1D1E"/>
                </a:solidFill>
                <a:latin typeface="Instrument Sans"/>
                <a:ea typeface="Instrument Sans"/>
                <a:cs typeface="Instrument Sans"/>
                <a:sym typeface="Instrument Sans"/>
              </a:defRPr>
            </a:lvl7pPr>
            <a:lvl8pPr lvl="7">
              <a:buNone/>
              <a:defRPr sz="800">
                <a:solidFill>
                  <a:srgbClr val="1C1D1E"/>
                </a:solidFill>
                <a:latin typeface="Instrument Sans"/>
                <a:ea typeface="Instrument Sans"/>
                <a:cs typeface="Instrument Sans"/>
                <a:sym typeface="Instrument Sans"/>
              </a:defRPr>
            </a:lvl8pPr>
            <a:lvl9pPr lvl="8">
              <a:buNone/>
              <a:defRPr sz="800">
                <a:solidFill>
                  <a:srgbClr val="1C1D1E"/>
                </a:solidFill>
                <a:latin typeface="Instrument Sans"/>
                <a:ea typeface="Instrument Sans"/>
                <a:cs typeface="Instrument Sans"/>
                <a:sym typeface="Instrument Sans"/>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extLst>
    <p:ext uri="{DCECCB84-F9BA-43D5-87BE-67443E8EF086}">
      <p15:sldGuideLst xmlns:p15="http://schemas.microsoft.com/office/powerpoint/2012/main">
        <p15:guide id="1" pos="340">
          <p15:clr>
            <a:srgbClr val="FA7B17"/>
          </p15:clr>
        </p15:guide>
        <p15:guide id="2" pos="5443">
          <p15:clr>
            <a:srgbClr val="FA7B17"/>
          </p15:clr>
        </p15:guide>
        <p15:guide id="3" orient="horz" pos="340">
          <p15:clr>
            <a:srgbClr val="FA7B17"/>
          </p15:clr>
        </p15:guide>
        <p15:guide id="4" orient="horz" pos="2903">
          <p15:clr>
            <a:srgbClr val="FA7B17"/>
          </p15:clr>
        </p15:guide>
        <p15:guide id="5" orient="horz" pos="1620">
          <p15:clr>
            <a:srgbClr val="FA7B17"/>
          </p15:clr>
        </p15:guide>
        <p15:guide id="6" pos="2880">
          <p15:clr>
            <a:srgbClr val="FA7B17"/>
          </p15:clr>
        </p15:guide>
        <p15:guide id="7" orient="horz" pos="548">
          <p15:clr>
            <a:srgbClr val="FA7B17"/>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rgbClr val="100D25"/>
              </a:buClr>
              <a:buSzPts val="2800"/>
              <a:buFont typeface="Sora SemiBold"/>
              <a:buNone/>
              <a:defRPr sz="2800">
                <a:solidFill>
                  <a:srgbClr val="100D25"/>
                </a:solidFill>
                <a:latin typeface="Sora SemiBold"/>
                <a:ea typeface="Sora SemiBold"/>
                <a:cs typeface="Sora SemiBold"/>
                <a:sym typeface="Sora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42900">
              <a:lnSpc>
                <a:spcPct val="115000"/>
              </a:lnSpc>
              <a:spcBef>
                <a:spcPts val="0"/>
              </a:spcBef>
              <a:spcAft>
                <a:spcPts val="0"/>
              </a:spcAft>
              <a:buClr>
                <a:srgbClr val="1C1D1E"/>
              </a:buClr>
              <a:buSzPts val="1800"/>
              <a:buFont typeface="Instrument Sans"/>
              <a:buChar char="●"/>
              <a:defRPr sz="1800">
                <a:solidFill>
                  <a:srgbClr val="1C1D1E"/>
                </a:solidFill>
                <a:latin typeface="Instrument Sans"/>
                <a:ea typeface="Instrument Sans"/>
                <a:cs typeface="Instrument Sans"/>
                <a:sym typeface="Instrument Sans"/>
              </a:defRPr>
            </a:lvl1pPr>
            <a:lvl2pPr marL="914400" lvl="1"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2pPr>
            <a:lvl3pPr marL="1371600" lvl="2"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3pPr>
            <a:lvl4pPr marL="1828800" lvl="3"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4pPr>
            <a:lvl5pPr marL="2286000" lvl="4"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5pPr>
            <a:lvl6pPr marL="2743200" lvl="5"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6pPr>
            <a:lvl7pPr marL="3200400" lvl="6"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7pPr>
            <a:lvl8pPr marL="3657600" lvl="7"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8pPr>
            <a:lvl9pPr marL="4114800" lvl="8"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‹Nº›</a:t>
            </a:fld>
            <a:endParaRPr/>
          </a:p>
        </p:txBody>
      </p:sp>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11700" y="21177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D13C60"/>
              </a:buClr>
              <a:buSzPts val="2800"/>
              <a:buFont typeface="Sora"/>
              <a:buNone/>
              <a:defRPr sz="2800" b="1">
                <a:solidFill>
                  <a:srgbClr val="D13C60"/>
                </a:solidFill>
                <a:latin typeface="Sora"/>
                <a:ea typeface="Sora"/>
                <a:cs typeface="Sora"/>
                <a:sym typeface="Sora"/>
              </a:defRPr>
            </a:lvl1pPr>
            <a:lvl2pPr lvl="1">
              <a:spcBef>
                <a:spcPts val="0"/>
              </a:spcBef>
              <a:spcAft>
                <a:spcPts val="0"/>
              </a:spcAft>
              <a:buClr>
                <a:schemeClr val="accent1"/>
              </a:buClr>
              <a:buSzPts val="2800"/>
              <a:buFont typeface="Manrope"/>
              <a:buNone/>
              <a:defRPr sz="2800" b="1">
                <a:solidFill>
                  <a:schemeClr val="accent1"/>
                </a:solidFill>
                <a:latin typeface="Manrope"/>
                <a:ea typeface="Manrope"/>
                <a:cs typeface="Manrope"/>
                <a:sym typeface="Manrope"/>
              </a:defRPr>
            </a:lvl2pPr>
            <a:lvl3pPr lvl="2">
              <a:spcBef>
                <a:spcPts val="0"/>
              </a:spcBef>
              <a:spcAft>
                <a:spcPts val="0"/>
              </a:spcAft>
              <a:buClr>
                <a:schemeClr val="accent1"/>
              </a:buClr>
              <a:buSzPts val="2800"/>
              <a:buFont typeface="Manrope"/>
              <a:buNone/>
              <a:defRPr sz="2800" b="1">
                <a:solidFill>
                  <a:schemeClr val="accent1"/>
                </a:solidFill>
                <a:latin typeface="Manrope"/>
                <a:ea typeface="Manrope"/>
                <a:cs typeface="Manrope"/>
                <a:sym typeface="Manrope"/>
              </a:defRPr>
            </a:lvl3pPr>
            <a:lvl4pPr lvl="3">
              <a:spcBef>
                <a:spcPts val="0"/>
              </a:spcBef>
              <a:spcAft>
                <a:spcPts val="0"/>
              </a:spcAft>
              <a:buClr>
                <a:schemeClr val="accent1"/>
              </a:buClr>
              <a:buSzPts val="2800"/>
              <a:buFont typeface="Manrope"/>
              <a:buNone/>
              <a:defRPr sz="2800" b="1">
                <a:solidFill>
                  <a:schemeClr val="accent1"/>
                </a:solidFill>
                <a:latin typeface="Manrope"/>
                <a:ea typeface="Manrope"/>
                <a:cs typeface="Manrope"/>
                <a:sym typeface="Manrope"/>
              </a:defRPr>
            </a:lvl4pPr>
            <a:lvl5pPr lvl="4">
              <a:spcBef>
                <a:spcPts val="0"/>
              </a:spcBef>
              <a:spcAft>
                <a:spcPts val="0"/>
              </a:spcAft>
              <a:buClr>
                <a:schemeClr val="accent1"/>
              </a:buClr>
              <a:buSzPts val="2800"/>
              <a:buFont typeface="Manrope"/>
              <a:buNone/>
              <a:defRPr sz="2800" b="1">
                <a:solidFill>
                  <a:schemeClr val="accent1"/>
                </a:solidFill>
                <a:latin typeface="Manrope"/>
                <a:ea typeface="Manrope"/>
                <a:cs typeface="Manrope"/>
                <a:sym typeface="Manrope"/>
              </a:defRPr>
            </a:lvl5pPr>
            <a:lvl6pPr lvl="5">
              <a:spcBef>
                <a:spcPts val="0"/>
              </a:spcBef>
              <a:spcAft>
                <a:spcPts val="0"/>
              </a:spcAft>
              <a:buClr>
                <a:schemeClr val="accent1"/>
              </a:buClr>
              <a:buSzPts val="2800"/>
              <a:buFont typeface="Manrope"/>
              <a:buNone/>
              <a:defRPr sz="2800" b="1">
                <a:solidFill>
                  <a:schemeClr val="accent1"/>
                </a:solidFill>
                <a:latin typeface="Manrope"/>
                <a:ea typeface="Manrope"/>
                <a:cs typeface="Manrope"/>
                <a:sym typeface="Manrope"/>
              </a:defRPr>
            </a:lvl6pPr>
            <a:lvl7pPr lvl="6">
              <a:spcBef>
                <a:spcPts val="0"/>
              </a:spcBef>
              <a:spcAft>
                <a:spcPts val="0"/>
              </a:spcAft>
              <a:buClr>
                <a:schemeClr val="accent1"/>
              </a:buClr>
              <a:buSzPts val="2800"/>
              <a:buFont typeface="Manrope"/>
              <a:buNone/>
              <a:defRPr sz="2800" b="1">
                <a:solidFill>
                  <a:schemeClr val="accent1"/>
                </a:solidFill>
                <a:latin typeface="Manrope"/>
                <a:ea typeface="Manrope"/>
                <a:cs typeface="Manrope"/>
                <a:sym typeface="Manrope"/>
              </a:defRPr>
            </a:lvl7pPr>
            <a:lvl8pPr lvl="7">
              <a:spcBef>
                <a:spcPts val="0"/>
              </a:spcBef>
              <a:spcAft>
                <a:spcPts val="0"/>
              </a:spcAft>
              <a:buClr>
                <a:schemeClr val="accent1"/>
              </a:buClr>
              <a:buSzPts val="2800"/>
              <a:buFont typeface="Manrope"/>
              <a:buNone/>
              <a:defRPr sz="2800" b="1">
                <a:solidFill>
                  <a:schemeClr val="accent1"/>
                </a:solidFill>
                <a:latin typeface="Manrope"/>
                <a:ea typeface="Manrope"/>
                <a:cs typeface="Manrope"/>
                <a:sym typeface="Manrope"/>
              </a:defRPr>
            </a:lvl8pPr>
            <a:lvl9pPr lvl="8">
              <a:spcBef>
                <a:spcPts val="0"/>
              </a:spcBef>
              <a:spcAft>
                <a:spcPts val="0"/>
              </a:spcAft>
              <a:buClr>
                <a:schemeClr val="accent1"/>
              </a:buClr>
              <a:buSzPts val="2800"/>
              <a:buFont typeface="Manrope"/>
              <a:buNone/>
              <a:defRPr sz="2800" b="1">
                <a:solidFill>
                  <a:schemeClr val="accent1"/>
                </a:solidFill>
                <a:latin typeface="Manrope"/>
                <a:ea typeface="Manrope"/>
                <a:cs typeface="Manrope"/>
                <a:sym typeface="Manrope"/>
              </a:defRPr>
            </a:lvl9pPr>
          </a:lstStyle>
          <a:p>
            <a:endParaRPr/>
          </a:p>
        </p:txBody>
      </p:sp>
      <p:sp>
        <p:nvSpPr>
          <p:cNvPr id="11" name="Google Shape;11;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rgbClr val="1C1D1E"/>
              </a:buClr>
              <a:buSzPts val="1800"/>
              <a:buFont typeface="Instrument Sans"/>
              <a:buChar char="●"/>
              <a:defRPr sz="1800">
                <a:solidFill>
                  <a:srgbClr val="1C1D1E"/>
                </a:solidFill>
                <a:latin typeface="Instrument Sans"/>
                <a:ea typeface="Instrument Sans"/>
                <a:cs typeface="Instrument Sans"/>
                <a:sym typeface="Instrument Sans"/>
              </a:defRPr>
            </a:lvl1pPr>
            <a:lvl2pPr marL="914400" lvl="1"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2pPr>
            <a:lvl3pPr marL="1371600" lvl="2"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3pPr>
            <a:lvl4pPr marL="1828800" lvl="3"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4pPr>
            <a:lvl5pPr marL="2286000" lvl="4"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5pPr>
            <a:lvl6pPr marL="2743200" lvl="5"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6pPr>
            <a:lvl7pPr marL="3200400" lvl="6"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7pPr>
            <a:lvl8pPr marL="3657600" lvl="7"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8pPr>
            <a:lvl9pPr marL="4114800" lvl="8" indent="-317500">
              <a:lnSpc>
                <a:spcPct val="115000"/>
              </a:lnSpc>
              <a:spcBef>
                <a:spcPts val="0"/>
              </a:spcBef>
              <a:spcAft>
                <a:spcPts val="0"/>
              </a:spcAft>
              <a:buClr>
                <a:srgbClr val="1C1D1E"/>
              </a:buClr>
              <a:buSzPts val="1400"/>
              <a:buFont typeface="Instrument Sans"/>
              <a:buChar char="■"/>
              <a:defRPr>
                <a:solidFill>
                  <a:srgbClr val="1C1D1E"/>
                </a:solidFill>
                <a:latin typeface="Instrument Sans"/>
                <a:ea typeface="Instrument Sans"/>
                <a:cs typeface="Instrument Sans"/>
                <a:sym typeface="Instrument Sans"/>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9" r:id="rId19"/>
    <p:sldLayoutId id="2147483682" r:id="rId20"/>
    <p:sldLayoutId id="2147483683"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1"/>
        <p:cNvGrpSpPr/>
        <p:nvPr/>
      </p:nvGrpSpPr>
      <p:grpSpPr>
        <a:xfrm>
          <a:off x="0" y="0"/>
          <a:ext cx="0" cy="0"/>
          <a:chOff x="0" y="0"/>
          <a:chExt cx="0" cy="0"/>
        </a:xfrm>
      </p:grpSpPr>
      <p:sp>
        <p:nvSpPr>
          <p:cNvPr id="442" name="Google Shape;442;p39"/>
          <p:cNvSpPr txBox="1">
            <a:spLocks noGrp="1"/>
          </p:cNvSpPr>
          <p:nvPr>
            <p:ph type="title"/>
          </p:nvPr>
        </p:nvSpPr>
        <p:spPr>
          <a:xfrm>
            <a:off x="1456825" y="3058925"/>
            <a:ext cx="6014400" cy="1182000"/>
          </a:xfrm>
          <a:prstGeom prst="rect">
            <a:avLst/>
          </a:prstGeom>
        </p:spPr>
        <p:txBody>
          <a:bodyPr spcFirstLastPara="1" wrap="square" lIns="0" tIns="0" rIns="0" bIns="0" anchor="t" anchorCtr="0">
            <a:spAutoFit/>
          </a:bodyPr>
          <a:lstStyle/>
          <a:p>
            <a:pPr marL="0" lvl="0" indent="0" algn="r" rtl="0">
              <a:spcBef>
                <a:spcPts val="0"/>
              </a:spcBef>
              <a:spcAft>
                <a:spcPts val="0"/>
              </a:spcAft>
              <a:buNone/>
            </a:pPr>
            <a:r>
              <a:rPr lang="en-GB"/>
              <a:t>Presentación Corporativa</a:t>
            </a:r>
            <a:endParaRPr/>
          </a:p>
        </p:txBody>
      </p:sp>
      <p:sp>
        <p:nvSpPr>
          <p:cNvPr id="443" name="Google Shape;443;p39"/>
          <p:cNvSpPr txBox="1">
            <a:spLocks noGrp="1"/>
          </p:cNvSpPr>
          <p:nvPr>
            <p:ph type="title" idx="2"/>
          </p:nvPr>
        </p:nvSpPr>
        <p:spPr>
          <a:xfrm>
            <a:off x="1456825" y="2725400"/>
            <a:ext cx="6014400" cy="2595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sp>
        <p:nvSpPr>
          <p:cNvPr id="444" name="Google Shape;444;p39"/>
          <p:cNvSpPr txBox="1">
            <a:spLocks noGrp="1"/>
          </p:cNvSpPr>
          <p:nvPr>
            <p:ph type="sldNum" idx="4294967295"/>
          </p:nvPr>
        </p:nvSpPr>
        <p:spPr>
          <a:xfrm>
            <a:off x="8556784"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40"/>
          <p:cNvSpPr txBox="1">
            <a:spLocks noGrp="1"/>
          </p:cNvSpPr>
          <p:nvPr>
            <p:ph type="title"/>
          </p:nvPr>
        </p:nvSpPr>
        <p:spPr>
          <a:xfrm>
            <a:off x="2757000" y="3563200"/>
            <a:ext cx="6048000" cy="1014600"/>
          </a:xfrm>
          <a:prstGeom prst="rect">
            <a:avLst/>
          </a:prstGeom>
        </p:spPr>
        <p:txBody>
          <a:bodyPr spcFirstLastPara="1" wrap="square" lIns="0" tIns="0" rIns="0" bIns="0" anchor="b" anchorCtr="0">
            <a:noAutofit/>
          </a:bodyPr>
          <a:lstStyle/>
          <a:p>
            <a:pPr marL="0" lvl="0" indent="0" algn="r" rtl="0">
              <a:spcBef>
                <a:spcPts val="0"/>
              </a:spcBef>
              <a:spcAft>
                <a:spcPts val="0"/>
              </a:spcAft>
              <a:buNone/>
            </a:pPr>
            <a:r>
              <a:rPr lang="en-GB"/>
              <a:t>1</a:t>
            </a:r>
            <a:endParaRPr/>
          </a:p>
        </p:txBody>
      </p:sp>
      <p:sp>
        <p:nvSpPr>
          <p:cNvPr id="450" name="Google Shape;450;p40"/>
          <p:cNvSpPr txBox="1">
            <a:spLocks noGrp="1"/>
          </p:cNvSpPr>
          <p:nvPr>
            <p:ph type="title" idx="2"/>
          </p:nvPr>
        </p:nvSpPr>
        <p:spPr>
          <a:xfrm>
            <a:off x="313825" y="1263700"/>
            <a:ext cx="4519500" cy="3130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GB"/>
              <a:t>Sección de contenido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1"/>
          <p:cNvSpPr txBox="1">
            <a:spLocks noGrp="1"/>
          </p:cNvSpPr>
          <p:nvPr>
            <p:ph type="title"/>
          </p:nvPr>
        </p:nvSpPr>
        <p:spPr>
          <a:xfrm>
            <a:off x="375425" y="451425"/>
            <a:ext cx="6320400" cy="294000"/>
          </a:xfrm>
          <a:prstGeom prst="rect">
            <a:avLst/>
          </a:prstGeom>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GB"/>
              <a:t>Contexto y objetivos</a:t>
            </a:r>
            <a:endParaRPr/>
          </a:p>
        </p:txBody>
      </p:sp>
      <p:sp>
        <p:nvSpPr>
          <p:cNvPr id="456" name="Google Shape;456;p41"/>
          <p:cNvSpPr txBox="1">
            <a:spLocks noGrp="1"/>
          </p:cNvSpPr>
          <p:nvPr>
            <p:ph type="subTitle" idx="1"/>
          </p:nvPr>
        </p:nvSpPr>
        <p:spPr>
          <a:xfrm>
            <a:off x="375425" y="228356"/>
            <a:ext cx="4626300" cy="200100"/>
          </a:xfrm>
          <a:prstGeom prst="rect">
            <a:avLst/>
          </a:prstGeom>
        </p:spPr>
        <p:txBody>
          <a:bodyPr spcFirstLastPara="1" wrap="square" lIns="0" tIns="0" rIns="0" bIns="0" anchor="b" anchorCtr="0">
            <a:spAutoFit/>
          </a:bodyPr>
          <a:lstStyle/>
          <a:p>
            <a:pPr marL="0" marR="0" lvl="0" indent="0" algn="l" rtl="0">
              <a:lnSpc>
                <a:spcPct val="115000"/>
              </a:lnSpc>
              <a:spcBef>
                <a:spcPts val="0"/>
              </a:spcBef>
              <a:spcAft>
                <a:spcPts val="1200"/>
              </a:spcAft>
              <a:buNone/>
            </a:pPr>
            <a:r>
              <a:rPr lang="en-GB">
                <a:solidFill>
                  <a:schemeClr val="accent1"/>
                </a:solidFill>
              </a:rPr>
              <a:t>Contexto</a:t>
            </a:r>
            <a:endParaRPr>
              <a:solidFill>
                <a:schemeClr val="accent1"/>
              </a:solidFill>
            </a:endParaRPr>
          </a:p>
        </p:txBody>
      </p:sp>
      <p:sp>
        <p:nvSpPr>
          <p:cNvPr id="457" name="Google Shape;457;p41"/>
          <p:cNvSpPr/>
          <p:nvPr/>
        </p:nvSpPr>
        <p:spPr>
          <a:xfrm>
            <a:off x="3017228" y="36504"/>
            <a:ext cx="608100" cy="49800"/>
          </a:xfrm>
          <a:prstGeom prst="parallelogram">
            <a:avLst>
              <a:gd name="adj" fmla="val 25000"/>
            </a:avLst>
          </a:prstGeom>
          <a:solidFill>
            <a:schemeClr val="accent1"/>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458" name="Google Shape;458;p41"/>
          <p:cNvSpPr/>
          <p:nvPr/>
        </p:nvSpPr>
        <p:spPr>
          <a:xfrm>
            <a:off x="30160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b="1">
                <a:latin typeface="Instrument Sans"/>
                <a:ea typeface="Instrument Sans"/>
                <a:cs typeface="Instrument Sans"/>
                <a:sym typeface="Instrument Sans"/>
              </a:rPr>
              <a:t>Sección 1</a:t>
            </a:r>
            <a:endParaRPr sz="400" b="1">
              <a:latin typeface="Instrument Sans"/>
              <a:ea typeface="Instrument Sans"/>
              <a:cs typeface="Instrument Sans"/>
              <a:sym typeface="Instrument Sans"/>
            </a:endParaRPr>
          </a:p>
        </p:txBody>
      </p:sp>
      <p:sp>
        <p:nvSpPr>
          <p:cNvPr id="459" name="Google Shape;459;p41"/>
          <p:cNvSpPr/>
          <p:nvPr/>
        </p:nvSpPr>
        <p:spPr>
          <a:xfrm>
            <a:off x="364587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460" name="Google Shape;460;p41"/>
          <p:cNvSpPr/>
          <p:nvPr/>
        </p:nvSpPr>
        <p:spPr>
          <a:xfrm>
            <a:off x="364473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2</a:t>
            </a:r>
            <a:endParaRPr sz="400">
              <a:latin typeface="Instrument Sans"/>
              <a:ea typeface="Instrument Sans"/>
              <a:cs typeface="Instrument Sans"/>
              <a:sym typeface="Instrument Sans"/>
            </a:endParaRPr>
          </a:p>
        </p:txBody>
      </p:sp>
      <p:sp>
        <p:nvSpPr>
          <p:cNvPr id="461" name="Google Shape;461;p41"/>
          <p:cNvSpPr/>
          <p:nvPr/>
        </p:nvSpPr>
        <p:spPr>
          <a:xfrm>
            <a:off x="427567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462" name="Google Shape;462;p41"/>
          <p:cNvSpPr/>
          <p:nvPr/>
        </p:nvSpPr>
        <p:spPr>
          <a:xfrm>
            <a:off x="427453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3</a:t>
            </a:r>
            <a:endParaRPr sz="400">
              <a:latin typeface="Instrument Sans"/>
              <a:ea typeface="Instrument Sans"/>
              <a:cs typeface="Instrument Sans"/>
              <a:sym typeface="Instrument Sans"/>
            </a:endParaRPr>
          </a:p>
        </p:txBody>
      </p:sp>
      <p:sp>
        <p:nvSpPr>
          <p:cNvPr id="463" name="Google Shape;463;p41"/>
          <p:cNvSpPr/>
          <p:nvPr/>
        </p:nvSpPr>
        <p:spPr>
          <a:xfrm>
            <a:off x="490662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464" name="Google Shape;464;p41"/>
          <p:cNvSpPr/>
          <p:nvPr/>
        </p:nvSpPr>
        <p:spPr>
          <a:xfrm>
            <a:off x="49054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4</a:t>
            </a:r>
            <a:endParaRPr sz="400">
              <a:latin typeface="Instrument Sans"/>
              <a:ea typeface="Instrument Sans"/>
              <a:cs typeface="Instrument Sans"/>
              <a:sym typeface="Instrument Sans"/>
            </a:endParaRPr>
          </a:p>
        </p:txBody>
      </p:sp>
      <p:sp>
        <p:nvSpPr>
          <p:cNvPr id="465" name="Google Shape;465;p41"/>
          <p:cNvSpPr/>
          <p:nvPr/>
        </p:nvSpPr>
        <p:spPr>
          <a:xfrm>
            <a:off x="553872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466" name="Google Shape;466;p41"/>
          <p:cNvSpPr/>
          <p:nvPr/>
        </p:nvSpPr>
        <p:spPr>
          <a:xfrm>
            <a:off x="55375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5</a:t>
            </a:r>
            <a:endParaRPr sz="400">
              <a:latin typeface="Instrument Sans"/>
              <a:ea typeface="Instrument Sans"/>
              <a:cs typeface="Instrument Sans"/>
              <a:sym typeface="Instrument Sans"/>
            </a:endParaRPr>
          </a:p>
        </p:txBody>
      </p:sp>
      <p:sp>
        <p:nvSpPr>
          <p:cNvPr id="467" name="Google Shape;467;p41"/>
          <p:cNvSpPr/>
          <p:nvPr/>
        </p:nvSpPr>
        <p:spPr>
          <a:xfrm>
            <a:off x="6159654"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468" name="Google Shape;468;p41"/>
          <p:cNvSpPr/>
          <p:nvPr/>
        </p:nvSpPr>
        <p:spPr>
          <a:xfrm>
            <a:off x="6158512"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Anexos</a:t>
            </a:r>
            <a:endParaRPr sz="400">
              <a:latin typeface="Instrument Sans"/>
              <a:ea typeface="Instrument Sans"/>
              <a:cs typeface="Instrument Sans"/>
              <a:sym typeface="Instrument Sans"/>
            </a:endParaRPr>
          </a:p>
        </p:txBody>
      </p:sp>
      <p:sp>
        <p:nvSpPr>
          <p:cNvPr id="469" name="Google Shape;469;p41"/>
          <p:cNvSpPr txBox="1">
            <a:spLocks noGrp="1"/>
          </p:cNvSpPr>
          <p:nvPr>
            <p:ph type="sldNum" idx="12"/>
          </p:nvPr>
        </p:nvSpPr>
        <p:spPr>
          <a:xfrm>
            <a:off x="8738525" y="4849450"/>
            <a:ext cx="366900" cy="294000"/>
          </a:xfrm>
          <a:prstGeom prst="rect">
            <a:avLst/>
          </a:prstGeom>
        </p:spPr>
        <p:txBody>
          <a:bodyPr spcFirstLastPara="1" wrap="square" lIns="91425" tIns="91425" rIns="91425" bIns="91425" anchor="t" anchorCtr="0">
            <a:normAutofit lnSpcReduction="10000"/>
          </a:bodyPr>
          <a:lstStyle/>
          <a:p>
            <a:pPr marL="0" lvl="0" indent="0" algn="r" rtl="0">
              <a:spcBef>
                <a:spcPts val="0"/>
              </a:spcBef>
              <a:spcAft>
                <a:spcPts val="0"/>
              </a:spcAft>
              <a:buNone/>
            </a:pPr>
            <a:fld id="{00000000-1234-1234-1234-123412341234}" type="slidenum">
              <a:rPr lang="en-GB"/>
              <a:t>3</a:t>
            </a:fld>
            <a:endParaRPr/>
          </a:p>
        </p:txBody>
      </p:sp>
      <p:sp>
        <p:nvSpPr>
          <p:cNvPr id="470" name="Google Shape;470;p41"/>
          <p:cNvSpPr txBox="1"/>
          <p:nvPr/>
        </p:nvSpPr>
        <p:spPr>
          <a:xfrm>
            <a:off x="313200" y="891000"/>
            <a:ext cx="8508300" cy="3844500"/>
          </a:xfrm>
          <a:prstGeom prst="rect">
            <a:avLst/>
          </a:prstGeom>
          <a:noFill/>
          <a:ln>
            <a:noFill/>
          </a:ln>
        </p:spPr>
        <p:txBody>
          <a:bodyPr spcFirstLastPara="1" wrap="square" lIns="68575" tIns="20250" rIns="68575" bIns="20250" anchor="t" anchorCtr="0">
            <a:noAutofit/>
          </a:bodyPr>
          <a:lstStyle/>
          <a:p>
            <a:pPr marL="0" lvl="0" indent="0" algn="l" rtl="0">
              <a:spcBef>
                <a:spcPts val="0"/>
              </a:spcBef>
              <a:spcAft>
                <a:spcPts val="0"/>
              </a:spcAft>
              <a:buNone/>
            </a:pPr>
            <a:r>
              <a:rPr lang="en-GB" sz="1000">
                <a:latin typeface="Instrument Sans"/>
                <a:ea typeface="Instrument Sans"/>
                <a:cs typeface="Instrument Sans"/>
                <a:sym typeface="Instrument Sans"/>
              </a:rPr>
              <a:t>Dado nuestro entendimiento de la situación, desde Nfq creemos que Laboral Kutxa se enfrenta a 4 principales retos dentro de este proyecto:</a:t>
            </a:r>
            <a:endParaRPr sz="1000">
              <a:latin typeface="Instrument Sans"/>
              <a:ea typeface="Instrument Sans"/>
              <a:cs typeface="Instrument Sans"/>
              <a:sym typeface="Instrument Sans"/>
            </a:endParaRPr>
          </a:p>
          <a:p>
            <a:pPr marL="0" lvl="0" indent="0" algn="just" rtl="0">
              <a:spcBef>
                <a:spcPts val="0"/>
              </a:spcBef>
              <a:spcAft>
                <a:spcPts val="0"/>
              </a:spcAft>
              <a:buNone/>
            </a:pPr>
            <a:endParaRPr sz="1000">
              <a:solidFill>
                <a:srgbClr val="110841"/>
              </a:solidFill>
              <a:latin typeface="Instrument Sans"/>
              <a:ea typeface="Instrument Sans"/>
              <a:cs typeface="Instrument Sans"/>
              <a:sym typeface="Instrument Sans"/>
            </a:endParaRPr>
          </a:p>
          <a:p>
            <a:pPr marL="0" lvl="0" indent="0" algn="just" rtl="0">
              <a:lnSpc>
                <a:spcPct val="140000"/>
              </a:lnSpc>
              <a:spcBef>
                <a:spcPts val="0"/>
              </a:spcBef>
              <a:spcAft>
                <a:spcPts val="0"/>
              </a:spcAft>
              <a:buNone/>
            </a:pPr>
            <a:endParaRPr sz="1000">
              <a:latin typeface="Instrument Sans"/>
              <a:ea typeface="Instrument Sans"/>
              <a:cs typeface="Instrument Sans"/>
              <a:sym typeface="Instrument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42"/>
          <p:cNvSpPr txBox="1">
            <a:spLocks noGrp="1"/>
          </p:cNvSpPr>
          <p:nvPr>
            <p:ph type="title"/>
          </p:nvPr>
        </p:nvSpPr>
        <p:spPr>
          <a:xfrm>
            <a:off x="506684" y="2003450"/>
            <a:ext cx="17439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6" name="Google Shape;476;p42"/>
          <p:cNvSpPr>
            <a:spLocks noGrp="1"/>
          </p:cNvSpPr>
          <p:nvPr>
            <p:ph type="pic" idx="2"/>
          </p:nvPr>
        </p:nvSpPr>
        <p:spPr>
          <a:xfrm>
            <a:off x="460460" y="2710225"/>
            <a:ext cx="298200" cy="360000"/>
          </a:xfrm>
          <a:prstGeom prst="rect">
            <a:avLst/>
          </a:prstGeom>
        </p:spPr>
        <p:txBody>
          <a:bodyPr>
            <a:normAutofit fontScale="77500" lnSpcReduction="20000"/>
          </a:bodyPr>
          <a:lstStyle/>
          <a:p>
            <a:endParaRPr lang="es-ES"/>
          </a:p>
        </p:txBody>
      </p:sp>
      <p:sp>
        <p:nvSpPr>
          <p:cNvPr id="477" name="Google Shape;477;p42"/>
          <p:cNvSpPr>
            <a:spLocks noGrp="1"/>
          </p:cNvSpPr>
          <p:nvPr>
            <p:ph type="pic" idx="3"/>
          </p:nvPr>
        </p:nvSpPr>
        <p:spPr>
          <a:xfrm>
            <a:off x="460460" y="3783725"/>
            <a:ext cx="298200" cy="360000"/>
          </a:xfrm>
          <a:prstGeom prst="rect">
            <a:avLst/>
          </a:prstGeom>
        </p:spPr>
        <p:txBody>
          <a:bodyPr>
            <a:normAutofit fontScale="77500" lnSpcReduction="20000"/>
          </a:bodyPr>
          <a:lstStyle/>
          <a:p>
            <a:endParaRPr lang="es-ES"/>
          </a:p>
        </p:txBody>
      </p:sp>
      <p:sp>
        <p:nvSpPr>
          <p:cNvPr id="478" name="Google Shape;478;p42"/>
          <p:cNvSpPr>
            <a:spLocks noGrp="1"/>
          </p:cNvSpPr>
          <p:nvPr>
            <p:ph type="pic" idx="4"/>
          </p:nvPr>
        </p:nvSpPr>
        <p:spPr>
          <a:xfrm>
            <a:off x="460460" y="3228600"/>
            <a:ext cx="298200" cy="360000"/>
          </a:xfrm>
          <a:prstGeom prst="rect">
            <a:avLst/>
          </a:prstGeom>
        </p:spPr>
        <p:txBody>
          <a:bodyPr>
            <a:normAutofit fontScale="77500" lnSpcReduction="20000"/>
          </a:bodyPr>
          <a:lstStyle/>
          <a:p>
            <a:endParaRPr lang="es-ES"/>
          </a:p>
        </p:txBody>
      </p:sp>
      <p:sp>
        <p:nvSpPr>
          <p:cNvPr id="479" name="Google Shape;479;p42"/>
          <p:cNvSpPr>
            <a:spLocks noGrp="1"/>
          </p:cNvSpPr>
          <p:nvPr>
            <p:ph type="pic" idx="5"/>
          </p:nvPr>
        </p:nvSpPr>
        <p:spPr>
          <a:xfrm>
            <a:off x="460460" y="4304850"/>
            <a:ext cx="298200" cy="360000"/>
          </a:xfrm>
          <a:prstGeom prst="rect">
            <a:avLst/>
          </a:prstGeom>
        </p:spPr>
        <p:txBody>
          <a:bodyPr>
            <a:normAutofit fontScale="77500" lnSpcReduction="20000"/>
          </a:bodyPr>
          <a:lstStyle/>
          <a:p>
            <a:endParaRPr lang="es-ES"/>
          </a:p>
        </p:txBody>
      </p:sp>
      <p:sp>
        <p:nvSpPr>
          <p:cNvPr id="480" name="Google Shape;480;p42"/>
          <p:cNvSpPr txBox="1">
            <a:spLocks noGrp="1"/>
          </p:cNvSpPr>
          <p:nvPr>
            <p:ph type="title" idx="6"/>
          </p:nvPr>
        </p:nvSpPr>
        <p:spPr>
          <a:xfrm>
            <a:off x="375425" y="910650"/>
            <a:ext cx="6774600" cy="143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GB"/>
              <a:t>Lorem ipsum dolor sit amet, consectetur adipiscing elit, sed do eiusmod tempor incididunt ut labore et dolore magna aliqua. Ut enim ad minim veniam, quis nostrud exercitation ullamco laboris nisi ut aliquip ex ea commodo consequat</a:t>
            </a:r>
            <a:endParaRPr/>
          </a:p>
          <a:p>
            <a:pPr marL="0" lvl="0" indent="0" algn="l" rtl="0">
              <a:spcBef>
                <a:spcPts val="0"/>
              </a:spcBef>
              <a:spcAft>
                <a:spcPts val="0"/>
              </a:spcAft>
              <a:buNone/>
            </a:pPr>
            <a:endParaRPr/>
          </a:p>
        </p:txBody>
      </p:sp>
      <p:sp>
        <p:nvSpPr>
          <p:cNvPr id="481" name="Google Shape;481;p42"/>
          <p:cNvSpPr txBox="1">
            <a:spLocks noGrp="1"/>
          </p:cNvSpPr>
          <p:nvPr>
            <p:ph type="title" idx="7"/>
          </p:nvPr>
        </p:nvSpPr>
        <p:spPr>
          <a:xfrm>
            <a:off x="375425" y="451432"/>
            <a:ext cx="6774600" cy="294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GB"/>
              <a:t>Título de diapositiva</a:t>
            </a:r>
            <a:endParaRPr/>
          </a:p>
          <a:p>
            <a:pPr marL="0" lvl="0" indent="0" algn="l" rtl="0">
              <a:spcBef>
                <a:spcPts val="0"/>
              </a:spcBef>
              <a:spcAft>
                <a:spcPts val="0"/>
              </a:spcAft>
              <a:buNone/>
            </a:pPr>
            <a:endParaRPr/>
          </a:p>
        </p:txBody>
      </p:sp>
      <p:sp>
        <p:nvSpPr>
          <p:cNvPr id="482" name="Google Shape;482;p42"/>
          <p:cNvSpPr txBox="1">
            <a:spLocks noGrp="1"/>
          </p:cNvSpPr>
          <p:nvPr>
            <p:ph type="subTitle" idx="1"/>
          </p:nvPr>
        </p:nvSpPr>
        <p:spPr>
          <a:xfrm>
            <a:off x="375425" y="228356"/>
            <a:ext cx="4626300" cy="200100"/>
          </a:xfrm>
          <a:prstGeom prst="rect">
            <a:avLst/>
          </a:prstGeom>
        </p:spPr>
        <p:txBody>
          <a:bodyPr spcFirstLastPara="1" wrap="square" lIns="0" tIns="0" rIns="0" bIns="0" anchor="b" anchorCtr="0">
            <a:spAutoFit/>
          </a:bodyPr>
          <a:lstStyle/>
          <a:p>
            <a:pPr marL="0" lvl="0" indent="0" algn="l" rtl="0">
              <a:spcBef>
                <a:spcPts val="0"/>
              </a:spcBef>
              <a:spcAft>
                <a:spcPts val="1200"/>
              </a:spcAft>
              <a:buNone/>
            </a:pPr>
            <a:r>
              <a:rPr lang="en-GB"/>
              <a:t>Título de sección</a:t>
            </a:r>
            <a:endParaRPr/>
          </a:p>
        </p:txBody>
      </p:sp>
      <p:sp>
        <p:nvSpPr>
          <p:cNvPr id="483" name="Google Shape;483;p42"/>
          <p:cNvSpPr txBox="1">
            <a:spLocks noGrp="1"/>
          </p:cNvSpPr>
          <p:nvPr>
            <p:ph type="title" idx="8"/>
          </p:nvPr>
        </p:nvSpPr>
        <p:spPr>
          <a:xfrm>
            <a:off x="874602" y="2710225"/>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4" name="Google Shape;484;p42"/>
          <p:cNvSpPr txBox="1">
            <a:spLocks noGrp="1"/>
          </p:cNvSpPr>
          <p:nvPr>
            <p:ph type="title" idx="9"/>
          </p:nvPr>
        </p:nvSpPr>
        <p:spPr>
          <a:xfrm>
            <a:off x="874602" y="3184375"/>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5" name="Google Shape;485;p42"/>
          <p:cNvSpPr txBox="1">
            <a:spLocks noGrp="1"/>
          </p:cNvSpPr>
          <p:nvPr>
            <p:ph type="title" idx="13"/>
          </p:nvPr>
        </p:nvSpPr>
        <p:spPr>
          <a:xfrm>
            <a:off x="874602" y="3757475"/>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6" name="Google Shape;486;p42"/>
          <p:cNvSpPr txBox="1">
            <a:spLocks noGrp="1"/>
          </p:cNvSpPr>
          <p:nvPr>
            <p:ph type="title" idx="14"/>
          </p:nvPr>
        </p:nvSpPr>
        <p:spPr>
          <a:xfrm>
            <a:off x="874602" y="4278600"/>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7" name="Google Shape;487;p42"/>
          <p:cNvSpPr txBox="1">
            <a:spLocks noGrp="1"/>
          </p:cNvSpPr>
          <p:nvPr>
            <p:ph type="title" idx="15"/>
          </p:nvPr>
        </p:nvSpPr>
        <p:spPr>
          <a:xfrm>
            <a:off x="6879334" y="2003450"/>
            <a:ext cx="17439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8" name="Google Shape;488;p42"/>
          <p:cNvSpPr>
            <a:spLocks noGrp="1"/>
          </p:cNvSpPr>
          <p:nvPr>
            <p:ph type="pic" idx="16"/>
          </p:nvPr>
        </p:nvSpPr>
        <p:spPr>
          <a:xfrm>
            <a:off x="6833110" y="2710225"/>
            <a:ext cx="298200" cy="360000"/>
          </a:xfrm>
          <a:prstGeom prst="rect">
            <a:avLst/>
          </a:prstGeom>
        </p:spPr>
        <p:txBody>
          <a:bodyPr>
            <a:normAutofit fontScale="77500" lnSpcReduction="20000"/>
          </a:bodyPr>
          <a:lstStyle/>
          <a:p>
            <a:endParaRPr lang="es-ES"/>
          </a:p>
        </p:txBody>
      </p:sp>
      <p:sp>
        <p:nvSpPr>
          <p:cNvPr id="489" name="Google Shape;489;p42"/>
          <p:cNvSpPr>
            <a:spLocks noGrp="1"/>
          </p:cNvSpPr>
          <p:nvPr>
            <p:ph type="pic" idx="17"/>
          </p:nvPr>
        </p:nvSpPr>
        <p:spPr>
          <a:xfrm>
            <a:off x="6833110" y="3783725"/>
            <a:ext cx="298200" cy="360000"/>
          </a:xfrm>
          <a:prstGeom prst="rect">
            <a:avLst/>
          </a:prstGeom>
        </p:spPr>
        <p:txBody>
          <a:bodyPr>
            <a:normAutofit fontScale="77500" lnSpcReduction="20000"/>
          </a:bodyPr>
          <a:lstStyle/>
          <a:p>
            <a:endParaRPr lang="es-ES"/>
          </a:p>
        </p:txBody>
      </p:sp>
      <p:sp>
        <p:nvSpPr>
          <p:cNvPr id="490" name="Google Shape;490;p42"/>
          <p:cNvSpPr>
            <a:spLocks noGrp="1"/>
          </p:cNvSpPr>
          <p:nvPr>
            <p:ph type="pic" idx="18"/>
          </p:nvPr>
        </p:nvSpPr>
        <p:spPr>
          <a:xfrm>
            <a:off x="6833110" y="3228600"/>
            <a:ext cx="298200" cy="360000"/>
          </a:xfrm>
          <a:prstGeom prst="rect">
            <a:avLst/>
          </a:prstGeom>
        </p:spPr>
        <p:txBody>
          <a:bodyPr>
            <a:normAutofit fontScale="77500" lnSpcReduction="20000"/>
          </a:bodyPr>
          <a:lstStyle/>
          <a:p>
            <a:endParaRPr lang="es-ES"/>
          </a:p>
        </p:txBody>
      </p:sp>
      <p:sp>
        <p:nvSpPr>
          <p:cNvPr id="491" name="Google Shape;491;p42"/>
          <p:cNvSpPr>
            <a:spLocks noGrp="1"/>
          </p:cNvSpPr>
          <p:nvPr>
            <p:ph type="pic" idx="19"/>
          </p:nvPr>
        </p:nvSpPr>
        <p:spPr>
          <a:xfrm>
            <a:off x="6833110" y="4304850"/>
            <a:ext cx="298200" cy="360000"/>
          </a:xfrm>
          <a:prstGeom prst="rect">
            <a:avLst/>
          </a:prstGeom>
        </p:spPr>
        <p:txBody>
          <a:bodyPr>
            <a:normAutofit fontScale="77500" lnSpcReduction="20000"/>
          </a:bodyPr>
          <a:lstStyle/>
          <a:p>
            <a:endParaRPr lang="es-ES"/>
          </a:p>
        </p:txBody>
      </p:sp>
      <p:sp>
        <p:nvSpPr>
          <p:cNvPr id="492" name="Google Shape;492;p42"/>
          <p:cNvSpPr txBox="1">
            <a:spLocks noGrp="1"/>
          </p:cNvSpPr>
          <p:nvPr>
            <p:ph type="title" idx="20"/>
          </p:nvPr>
        </p:nvSpPr>
        <p:spPr>
          <a:xfrm>
            <a:off x="7247252" y="2710225"/>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3" name="Google Shape;493;p42"/>
          <p:cNvSpPr txBox="1">
            <a:spLocks noGrp="1"/>
          </p:cNvSpPr>
          <p:nvPr>
            <p:ph type="title" idx="21"/>
          </p:nvPr>
        </p:nvSpPr>
        <p:spPr>
          <a:xfrm>
            <a:off x="7247252" y="3184375"/>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4" name="Google Shape;494;p42"/>
          <p:cNvSpPr txBox="1">
            <a:spLocks noGrp="1"/>
          </p:cNvSpPr>
          <p:nvPr>
            <p:ph type="title" idx="22"/>
          </p:nvPr>
        </p:nvSpPr>
        <p:spPr>
          <a:xfrm>
            <a:off x="7247252" y="3757475"/>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5" name="Google Shape;495;p42"/>
          <p:cNvSpPr txBox="1">
            <a:spLocks noGrp="1"/>
          </p:cNvSpPr>
          <p:nvPr>
            <p:ph type="title" idx="23"/>
          </p:nvPr>
        </p:nvSpPr>
        <p:spPr>
          <a:xfrm>
            <a:off x="7247252" y="4278600"/>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6" name="Google Shape;496;p42"/>
          <p:cNvSpPr txBox="1">
            <a:spLocks noGrp="1"/>
          </p:cNvSpPr>
          <p:nvPr>
            <p:ph type="title" idx="24"/>
          </p:nvPr>
        </p:nvSpPr>
        <p:spPr>
          <a:xfrm>
            <a:off x="4755084" y="2003450"/>
            <a:ext cx="17439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7" name="Google Shape;497;p42"/>
          <p:cNvSpPr>
            <a:spLocks noGrp="1"/>
          </p:cNvSpPr>
          <p:nvPr>
            <p:ph type="pic" idx="25"/>
          </p:nvPr>
        </p:nvSpPr>
        <p:spPr>
          <a:xfrm>
            <a:off x="4708860" y="2710225"/>
            <a:ext cx="298200" cy="360000"/>
          </a:xfrm>
          <a:prstGeom prst="rect">
            <a:avLst/>
          </a:prstGeom>
        </p:spPr>
        <p:txBody>
          <a:bodyPr>
            <a:normAutofit fontScale="77500" lnSpcReduction="20000"/>
          </a:bodyPr>
          <a:lstStyle/>
          <a:p>
            <a:endParaRPr lang="es-ES"/>
          </a:p>
        </p:txBody>
      </p:sp>
      <p:sp>
        <p:nvSpPr>
          <p:cNvPr id="498" name="Google Shape;498;p42"/>
          <p:cNvSpPr>
            <a:spLocks noGrp="1"/>
          </p:cNvSpPr>
          <p:nvPr>
            <p:ph type="pic" idx="26"/>
          </p:nvPr>
        </p:nvSpPr>
        <p:spPr>
          <a:xfrm>
            <a:off x="4708860" y="3783725"/>
            <a:ext cx="298200" cy="360000"/>
          </a:xfrm>
          <a:prstGeom prst="rect">
            <a:avLst/>
          </a:prstGeom>
        </p:spPr>
        <p:txBody>
          <a:bodyPr>
            <a:normAutofit fontScale="77500" lnSpcReduction="20000"/>
          </a:bodyPr>
          <a:lstStyle/>
          <a:p>
            <a:endParaRPr lang="es-ES"/>
          </a:p>
        </p:txBody>
      </p:sp>
      <p:sp>
        <p:nvSpPr>
          <p:cNvPr id="499" name="Google Shape;499;p42"/>
          <p:cNvSpPr>
            <a:spLocks noGrp="1"/>
          </p:cNvSpPr>
          <p:nvPr>
            <p:ph type="pic" idx="27"/>
          </p:nvPr>
        </p:nvSpPr>
        <p:spPr>
          <a:xfrm>
            <a:off x="4708860" y="3228600"/>
            <a:ext cx="298200" cy="360000"/>
          </a:xfrm>
          <a:prstGeom prst="rect">
            <a:avLst/>
          </a:prstGeom>
        </p:spPr>
        <p:txBody>
          <a:bodyPr>
            <a:normAutofit fontScale="77500" lnSpcReduction="20000"/>
          </a:bodyPr>
          <a:lstStyle/>
          <a:p>
            <a:endParaRPr lang="es-ES"/>
          </a:p>
        </p:txBody>
      </p:sp>
      <p:sp>
        <p:nvSpPr>
          <p:cNvPr id="500" name="Google Shape;500;p42"/>
          <p:cNvSpPr>
            <a:spLocks noGrp="1"/>
          </p:cNvSpPr>
          <p:nvPr>
            <p:ph type="pic" idx="28"/>
          </p:nvPr>
        </p:nvSpPr>
        <p:spPr>
          <a:xfrm>
            <a:off x="4708860" y="4304850"/>
            <a:ext cx="298200" cy="360000"/>
          </a:xfrm>
          <a:prstGeom prst="rect">
            <a:avLst/>
          </a:prstGeom>
        </p:spPr>
        <p:txBody>
          <a:bodyPr>
            <a:normAutofit fontScale="77500" lnSpcReduction="20000"/>
          </a:bodyPr>
          <a:lstStyle/>
          <a:p>
            <a:endParaRPr lang="es-ES"/>
          </a:p>
        </p:txBody>
      </p:sp>
      <p:sp>
        <p:nvSpPr>
          <p:cNvPr id="501" name="Google Shape;501;p42"/>
          <p:cNvSpPr txBox="1">
            <a:spLocks noGrp="1"/>
          </p:cNvSpPr>
          <p:nvPr>
            <p:ph type="title" idx="29"/>
          </p:nvPr>
        </p:nvSpPr>
        <p:spPr>
          <a:xfrm>
            <a:off x="5123002" y="2710225"/>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2" name="Google Shape;502;p42"/>
          <p:cNvSpPr txBox="1">
            <a:spLocks noGrp="1"/>
          </p:cNvSpPr>
          <p:nvPr>
            <p:ph type="title" idx="30"/>
          </p:nvPr>
        </p:nvSpPr>
        <p:spPr>
          <a:xfrm>
            <a:off x="5123002" y="3184375"/>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3" name="Google Shape;503;p42"/>
          <p:cNvSpPr txBox="1">
            <a:spLocks noGrp="1"/>
          </p:cNvSpPr>
          <p:nvPr>
            <p:ph type="title" idx="31"/>
          </p:nvPr>
        </p:nvSpPr>
        <p:spPr>
          <a:xfrm>
            <a:off x="5123002" y="3757475"/>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4" name="Google Shape;504;p42"/>
          <p:cNvSpPr txBox="1">
            <a:spLocks noGrp="1"/>
          </p:cNvSpPr>
          <p:nvPr>
            <p:ph type="title" idx="32"/>
          </p:nvPr>
        </p:nvSpPr>
        <p:spPr>
          <a:xfrm>
            <a:off x="5123002" y="4278600"/>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5" name="Google Shape;505;p42"/>
          <p:cNvSpPr txBox="1">
            <a:spLocks noGrp="1"/>
          </p:cNvSpPr>
          <p:nvPr>
            <p:ph type="title" idx="33"/>
          </p:nvPr>
        </p:nvSpPr>
        <p:spPr>
          <a:xfrm>
            <a:off x="2630872" y="2003450"/>
            <a:ext cx="17439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6" name="Google Shape;506;p42"/>
          <p:cNvSpPr>
            <a:spLocks noGrp="1"/>
          </p:cNvSpPr>
          <p:nvPr>
            <p:ph type="pic" idx="34"/>
          </p:nvPr>
        </p:nvSpPr>
        <p:spPr>
          <a:xfrm>
            <a:off x="2584648" y="2710225"/>
            <a:ext cx="298200" cy="360000"/>
          </a:xfrm>
          <a:prstGeom prst="rect">
            <a:avLst/>
          </a:prstGeom>
        </p:spPr>
        <p:txBody>
          <a:bodyPr>
            <a:normAutofit fontScale="77500" lnSpcReduction="20000"/>
          </a:bodyPr>
          <a:lstStyle/>
          <a:p>
            <a:endParaRPr lang="es-ES"/>
          </a:p>
        </p:txBody>
      </p:sp>
      <p:sp>
        <p:nvSpPr>
          <p:cNvPr id="507" name="Google Shape;507;p42"/>
          <p:cNvSpPr>
            <a:spLocks noGrp="1"/>
          </p:cNvSpPr>
          <p:nvPr>
            <p:ph type="pic" idx="35"/>
          </p:nvPr>
        </p:nvSpPr>
        <p:spPr>
          <a:xfrm>
            <a:off x="2584648" y="3783725"/>
            <a:ext cx="298200" cy="360000"/>
          </a:xfrm>
          <a:prstGeom prst="rect">
            <a:avLst/>
          </a:prstGeom>
        </p:spPr>
        <p:txBody>
          <a:bodyPr>
            <a:normAutofit fontScale="77500" lnSpcReduction="20000"/>
          </a:bodyPr>
          <a:lstStyle/>
          <a:p>
            <a:endParaRPr lang="es-ES"/>
          </a:p>
        </p:txBody>
      </p:sp>
      <p:sp>
        <p:nvSpPr>
          <p:cNvPr id="508" name="Google Shape;508;p42"/>
          <p:cNvSpPr>
            <a:spLocks noGrp="1"/>
          </p:cNvSpPr>
          <p:nvPr>
            <p:ph type="pic" idx="36"/>
          </p:nvPr>
        </p:nvSpPr>
        <p:spPr>
          <a:xfrm>
            <a:off x="2584648" y="3228600"/>
            <a:ext cx="298200" cy="360000"/>
          </a:xfrm>
          <a:prstGeom prst="rect">
            <a:avLst/>
          </a:prstGeom>
        </p:spPr>
        <p:txBody>
          <a:bodyPr>
            <a:normAutofit fontScale="77500" lnSpcReduction="20000"/>
          </a:bodyPr>
          <a:lstStyle/>
          <a:p>
            <a:endParaRPr lang="es-ES"/>
          </a:p>
        </p:txBody>
      </p:sp>
      <p:sp>
        <p:nvSpPr>
          <p:cNvPr id="509" name="Google Shape;509;p42"/>
          <p:cNvSpPr>
            <a:spLocks noGrp="1"/>
          </p:cNvSpPr>
          <p:nvPr>
            <p:ph type="pic" idx="37"/>
          </p:nvPr>
        </p:nvSpPr>
        <p:spPr>
          <a:xfrm>
            <a:off x="2584648" y="4304850"/>
            <a:ext cx="298200" cy="360000"/>
          </a:xfrm>
          <a:prstGeom prst="rect">
            <a:avLst/>
          </a:prstGeom>
        </p:spPr>
        <p:txBody>
          <a:bodyPr>
            <a:normAutofit fontScale="77500" lnSpcReduction="20000"/>
          </a:bodyPr>
          <a:lstStyle/>
          <a:p>
            <a:endParaRPr lang="es-ES"/>
          </a:p>
        </p:txBody>
      </p:sp>
      <p:sp>
        <p:nvSpPr>
          <p:cNvPr id="510" name="Google Shape;510;p42"/>
          <p:cNvSpPr txBox="1">
            <a:spLocks noGrp="1"/>
          </p:cNvSpPr>
          <p:nvPr>
            <p:ph type="title" idx="38"/>
          </p:nvPr>
        </p:nvSpPr>
        <p:spPr>
          <a:xfrm>
            <a:off x="2998790" y="2710225"/>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1" name="Google Shape;511;p42"/>
          <p:cNvSpPr txBox="1">
            <a:spLocks noGrp="1"/>
          </p:cNvSpPr>
          <p:nvPr>
            <p:ph type="title" idx="39"/>
          </p:nvPr>
        </p:nvSpPr>
        <p:spPr>
          <a:xfrm>
            <a:off x="2998790" y="3184375"/>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2" name="Google Shape;512;p42"/>
          <p:cNvSpPr txBox="1">
            <a:spLocks noGrp="1"/>
          </p:cNvSpPr>
          <p:nvPr>
            <p:ph type="title" idx="40"/>
          </p:nvPr>
        </p:nvSpPr>
        <p:spPr>
          <a:xfrm>
            <a:off x="2998790" y="3757475"/>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3" name="Google Shape;513;p42"/>
          <p:cNvSpPr txBox="1">
            <a:spLocks noGrp="1"/>
          </p:cNvSpPr>
          <p:nvPr>
            <p:ph type="title" idx="41"/>
          </p:nvPr>
        </p:nvSpPr>
        <p:spPr>
          <a:xfrm>
            <a:off x="2998790" y="4278600"/>
            <a:ext cx="1382400" cy="461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4" name="Google Shape;514;p42"/>
          <p:cNvSpPr/>
          <p:nvPr/>
        </p:nvSpPr>
        <p:spPr>
          <a:xfrm>
            <a:off x="3017228" y="36504"/>
            <a:ext cx="608100" cy="49800"/>
          </a:xfrm>
          <a:prstGeom prst="parallelogram">
            <a:avLst>
              <a:gd name="adj" fmla="val 25000"/>
            </a:avLst>
          </a:prstGeom>
          <a:solidFill>
            <a:schemeClr val="accent1"/>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515" name="Google Shape;515;p42"/>
          <p:cNvSpPr/>
          <p:nvPr/>
        </p:nvSpPr>
        <p:spPr>
          <a:xfrm>
            <a:off x="30160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b="1">
                <a:latin typeface="Instrument Sans"/>
                <a:ea typeface="Instrument Sans"/>
                <a:cs typeface="Instrument Sans"/>
                <a:sym typeface="Instrument Sans"/>
              </a:rPr>
              <a:t>Sección 1</a:t>
            </a:r>
            <a:endParaRPr sz="400" b="1">
              <a:latin typeface="Instrument Sans"/>
              <a:ea typeface="Instrument Sans"/>
              <a:cs typeface="Instrument Sans"/>
              <a:sym typeface="Instrument Sans"/>
            </a:endParaRPr>
          </a:p>
        </p:txBody>
      </p:sp>
      <p:sp>
        <p:nvSpPr>
          <p:cNvPr id="516" name="Google Shape;516;p42"/>
          <p:cNvSpPr/>
          <p:nvPr/>
        </p:nvSpPr>
        <p:spPr>
          <a:xfrm>
            <a:off x="364587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517" name="Google Shape;517;p42"/>
          <p:cNvSpPr/>
          <p:nvPr/>
        </p:nvSpPr>
        <p:spPr>
          <a:xfrm>
            <a:off x="364473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2</a:t>
            </a:r>
            <a:endParaRPr sz="400">
              <a:latin typeface="Instrument Sans"/>
              <a:ea typeface="Instrument Sans"/>
              <a:cs typeface="Instrument Sans"/>
              <a:sym typeface="Instrument Sans"/>
            </a:endParaRPr>
          </a:p>
        </p:txBody>
      </p:sp>
      <p:sp>
        <p:nvSpPr>
          <p:cNvPr id="518" name="Google Shape;518;p42"/>
          <p:cNvSpPr/>
          <p:nvPr/>
        </p:nvSpPr>
        <p:spPr>
          <a:xfrm>
            <a:off x="427567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519" name="Google Shape;519;p42"/>
          <p:cNvSpPr/>
          <p:nvPr/>
        </p:nvSpPr>
        <p:spPr>
          <a:xfrm>
            <a:off x="427453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3</a:t>
            </a:r>
            <a:endParaRPr sz="400">
              <a:latin typeface="Instrument Sans"/>
              <a:ea typeface="Instrument Sans"/>
              <a:cs typeface="Instrument Sans"/>
              <a:sym typeface="Instrument Sans"/>
            </a:endParaRPr>
          </a:p>
        </p:txBody>
      </p:sp>
      <p:sp>
        <p:nvSpPr>
          <p:cNvPr id="520" name="Google Shape;520;p42"/>
          <p:cNvSpPr/>
          <p:nvPr/>
        </p:nvSpPr>
        <p:spPr>
          <a:xfrm>
            <a:off x="490662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521" name="Google Shape;521;p42"/>
          <p:cNvSpPr/>
          <p:nvPr/>
        </p:nvSpPr>
        <p:spPr>
          <a:xfrm>
            <a:off x="49054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4</a:t>
            </a:r>
            <a:endParaRPr sz="400">
              <a:latin typeface="Instrument Sans"/>
              <a:ea typeface="Instrument Sans"/>
              <a:cs typeface="Instrument Sans"/>
              <a:sym typeface="Instrument Sans"/>
            </a:endParaRPr>
          </a:p>
        </p:txBody>
      </p:sp>
      <p:sp>
        <p:nvSpPr>
          <p:cNvPr id="522" name="Google Shape;522;p42"/>
          <p:cNvSpPr/>
          <p:nvPr/>
        </p:nvSpPr>
        <p:spPr>
          <a:xfrm>
            <a:off x="553872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523" name="Google Shape;523;p42"/>
          <p:cNvSpPr/>
          <p:nvPr/>
        </p:nvSpPr>
        <p:spPr>
          <a:xfrm>
            <a:off x="55375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5</a:t>
            </a:r>
            <a:endParaRPr sz="400">
              <a:latin typeface="Instrument Sans"/>
              <a:ea typeface="Instrument Sans"/>
              <a:cs typeface="Instrument Sans"/>
              <a:sym typeface="Instrument Sans"/>
            </a:endParaRPr>
          </a:p>
        </p:txBody>
      </p:sp>
      <p:sp>
        <p:nvSpPr>
          <p:cNvPr id="524" name="Google Shape;524;p42"/>
          <p:cNvSpPr/>
          <p:nvPr/>
        </p:nvSpPr>
        <p:spPr>
          <a:xfrm>
            <a:off x="6159654"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525" name="Google Shape;525;p42"/>
          <p:cNvSpPr/>
          <p:nvPr/>
        </p:nvSpPr>
        <p:spPr>
          <a:xfrm>
            <a:off x="6158512"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Anexos</a:t>
            </a:r>
            <a:endParaRPr sz="400">
              <a:latin typeface="Instrument Sans"/>
              <a:ea typeface="Instrument Sans"/>
              <a:cs typeface="Instrument Sans"/>
              <a:sym typeface="Instrument Sans"/>
            </a:endParaRPr>
          </a:p>
        </p:txBody>
      </p:sp>
      <p:sp>
        <p:nvSpPr>
          <p:cNvPr id="526" name="Google Shape;526;p42"/>
          <p:cNvSpPr txBox="1">
            <a:spLocks noGrp="1"/>
          </p:cNvSpPr>
          <p:nvPr>
            <p:ph type="sldNum" idx="12"/>
          </p:nvPr>
        </p:nvSpPr>
        <p:spPr>
          <a:xfrm>
            <a:off x="8766825" y="4849450"/>
            <a:ext cx="338700" cy="2940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43"/>
          <p:cNvSpPr txBox="1">
            <a:spLocks noGrp="1"/>
          </p:cNvSpPr>
          <p:nvPr>
            <p:ph type="title"/>
          </p:nvPr>
        </p:nvSpPr>
        <p:spPr>
          <a:xfrm>
            <a:off x="375425" y="4670350"/>
            <a:ext cx="8395200" cy="185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GB"/>
              <a:t>Lorem ipsum dolor sit amet, consectetur adipiscing elit, sed do eiusmod tempor incididunt ut labore et dolore magna aliqua. Ut enim ad minim veniam, quis nostrud exercitation ullamco laboris nisi ut aliquip ex ea commodo consequat</a:t>
            </a:r>
            <a:endParaRPr/>
          </a:p>
          <a:p>
            <a:pPr marL="0" lvl="0" indent="0" algn="l" rtl="0">
              <a:spcBef>
                <a:spcPts val="0"/>
              </a:spcBef>
              <a:spcAft>
                <a:spcPts val="0"/>
              </a:spcAft>
              <a:buNone/>
            </a:pPr>
            <a:endParaRPr/>
          </a:p>
        </p:txBody>
      </p:sp>
      <p:sp>
        <p:nvSpPr>
          <p:cNvPr id="532" name="Google Shape;532;p43"/>
          <p:cNvSpPr txBox="1">
            <a:spLocks noGrp="1"/>
          </p:cNvSpPr>
          <p:nvPr>
            <p:ph type="title" idx="9"/>
          </p:nvPr>
        </p:nvSpPr>
        <p:spPr>
          <a:xfrm>
            <a:off x="375425" y="451432"/>
            <a:ext cx="6774600" cy="294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GB"/>
              <a:t>Título de diapositiva</a:t>
            </a:r>
            <a:endParaRPr/>
          </a:p>
          <a:p>
            <a:pPr marL="0" lvl="0" indent="0" algn="l" rtl="0">
              <a:spcBef>
                <a:spcPts val="0"/>
              </a:spcBef>
              <a:spcAft>
                <a:spcPts val="0"/>
              </a:spcAft>
              <a:buNone/>
            </a:pPr>
            <a:endParaRPr/>
          </a:p>
        </p:txBody>
      </p:sp>
      <p:sp>
        <p:nvSpPr>
          <p:cNvPr id="533" name="Google Shape;533;p43"/>
          <p:cNvSpPr txBox="1">
            <a:spLocks noGrp="1"/>
          </p:cNvSpPr>
          <p:nvPr>
            <p:ph type="subTitle" idx="2"/>
          </p:nvPr>
        </p:nvSpPr>
        <p:spPr>
          <a:xfrm>
            <a:off x="580846" y="1676200"/>
            <a:ext cx="16716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r>
              <a:rPr lang="en-GB"/>
              <a:t>Título de sección</a:t>
            </a:r>
            <a:endParaRPr/>
          </a:p>
        </p:txBody>
      </p:sp>
      <p:sp>
        <p:nvSpPr>
          <p:cNvPr id="534" name="Google Shape;534;p43"/>
          <p:cNvSpPr txBox="1">
            <a:spLocks noGrp="1"/>
          </p:cNvSpPr>
          <p:nvPr>
            <p:ph type="subTitle" idx="1"/>
          </p:nvPr>
        </p:nvSpPr>
        <p:spPr>
          <a:xfrm>
            <a:off x="580846" y="2210475"/>
            <a:ext cx="16716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35" name="Google Shape;535;p43"/>
          <p:cNvSpPr txBox="1">
            <a:spLocks noGrp="1"/>
          </p:cNvSpPr>
          <p:nvPr>
            <p:ph type="subTitle" idx="3"/>
          </p:nvPr>
        </p:nvSpPr>
        <p:spPr>
          <a:xfrm>
            <a:off x="2737316" y="2210475"/>
            <a:ext cx="16716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36" name="Google Shape;536;p43"/>
          <p:cNvSpPr txBox="1">
            <a:spLocks noGrp="1"/>
          </p:cNvSpPr>
          <p:nvPr>
            <p:ph type="subTitle" idx="4"/>
          </p:nvPr>
        </p:nvSpPr>
        <p:spPr>
          <a:xfrm>
            <a:off x="2737316" y="1676200"/>
            <a:ext cx="16716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37" name="Google Shape;537;p43"/>
          <p:cNvSpPr txBox="1">
            <a:spLocks noGrp="1"/>
          </p:cNvSpPr>
          <p:nvPr>
            <p:ph type="subTitle" idx="5"/>
          </p:nvPr>
        </p:nvSpPr>
        <p:spPr>
          <a:xfrm>
            <a:off x="4893760" y="2210475"/>
            <a:ext cx="16716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38" name="Google Shape;538;p43"/>
          <p:cNvSpPr txBox="1">
            <a:spLocks noGrp="1"/>
          </p:cNvSpPr>
          <p:nvPr>
            <p:ph type="subTitle" idx="6"/>
          </p:nvPr>
        </p:nvSpPr>
        <p:spPr>
          <a:xfrm>
            <a:off x="4893760" y="1676200"/>
            <a:ext cx="16716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39" name="Google Shape;539;p43"/>
          <p:cNvSpPr txBox="1">
            <a:spLocks noGrp="1"/>
          </p:cNvSpPr>
          <p:nvPr>
            <p:ph type="subTitle" idx="7"/>
          </p:nvPr>
        </p:nvSpPr>
        <p:spPr>
          <a:xfrm>
            <a:off x="7024238" y="2210475"/>
            <a:ext cx="16716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40" name="Google Shape;540;p43"/>
          <p:cNvSpPr txBox="1">
            <a:spLocks noGrp="1"/>
          </p:cNvSpPr>
          <p:nvPr>
            <p:ph type="subTitle" idx="8"/>
          </p:nvPr>
        </p:nvSpPr>
        <p:spPr>
          <a:xfrm>
            <a:off x="7024238" y="1676200"/>
            <a:ext cx="16716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41" name="Google Shape;541;p43"/>
          <p:cNvSpPr txBox="1">
            <a:spLocks noGrp="1"/>
          </p:cNvSpPr>
          <p:nvPr>
            <p:ph type="subTitle" idx="13"/>
          </p:nvPr>
        </p:nvSpPr>
        <p:spPr>
          <a:xfrm>
            <a:off x="375425" y="228356"/>
            <a:ext cx="4626300" cy="200100"/>
          </a:xfrm>
          <a:prstGeom prst="rect">
            <a:avLst/>
          </a:prstGeom>
        </p:spPr>
        <p:txBody>
          <a:bodyPr spcFirstLastPara="1" wrap="square" lIns="0" tIns="0" rIns="0" bIns="0" anchor="b" anchorCtr="0">
            <a:spAutoFit/>
          </a:bodyPr>
          <a:lstStyle/>
          <a:p>
            <a:pPr marL="0" lvl="0" indent="0" algn="l" rtl="0">
              <a:spcBef>
                <a:spcPts val="0"/>
              </a:spcBef>
              <a:spcAft>
                <a:spcPts val="1200"/>
              </a:spcAft>
              <a:buNone/>
            </a:pPr>
            <a:endParaRPr/>
          </a:p>
        </p:txBody>
      </p:sp>
      <p:sp>
        <p:nvSpPr>
          <p:cNvPr id="542" name="Google Shape;542;p4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GB"/>
              <a:t>5</a:t>
            </a:fld>
            <a:endParaRPr/>
          </a:p>
        </p:txBody>
      </p:sp>
      <p:sp>
        <p:nvSpPr>
          <p:cNvPr id="2" name="Google Shape;457;p41">
            <a:extLst>
              <a:ext uri="{FF2B5EF4-FFF2-40B4-BE49-F238E27FC236}">
                <a16:creationId xmlns:a16="http://schemas.microsoft.com/office/drawing/2014/main" id="{999A107E-FA63-CA63-F3F1-CC8FAFE3A031}"/>
              </a:ext>
            </a:extLst>
          </p:cNvPr>
          <p:cNvSpPr/>
          <p:nvPr/>
        </p:nvSpPr>
        <p:spPr>
          <a:xfrm>
            <a:off x="3017228" y="36504"/>
            <a:ext cx="608100" cy="49800"/>
          </a:xfrm>
          <a:prstGeom prst="parallelogram">
            <a:avLst>
              <a:gd name="adj" fmla="val 25000"/>
            </a:avLst>
          </a:prstGeom>
          <a:solidFill>
            <a:schemeClr val="accent1"/>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3" name="Google Shape;458;p41">
            <a:extLst>
              <a:ext uri="{FF2B5EF4-FFF2-40B4-BE49-F238E27FC236}">
                <a16:creationId xmlns:a16="http://schemas.microsoft.com/office/drawing/2014/main" id="{F4A4B84F-B2F1-D1AC-A12C-F50A5265356D}"/>
              </a:ext>
            </a:extLst>
          </p:cNvPr>
          <p:cNvSpPr/>
          <p:nvPr/>
        </p:nvSpPr>
        <p:spPr>
          <a:xfrm>
            <a:off x="30160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b="1">
                <a:latin typeface="Instrument Sans"/>
                <a:ea typeface="Instrument Sans"/>
                <a:cs typeface="Instrument Sans"/>
                <a:sym typeface="Instrument Sans"/>
              </a:rPr>
              <a:t>Sección 1</a:t>
            </a:r>
            <a:endParaRPr sz="400" b="1">
              <a:latin typeface="Instrument Sans"/>
              <a:ea typeface="Instrument Sans"/>
              <a:cs typeface="Instrument Sans"/>
              <a:sym typeface="Instrument Sans"/>
            </a:endParaRPr>
          </a:p>
        </p:txBody>
      </p:sp>
      <p:sp>
        <p:nvSpPr>
          <p:cNvPr id="4" name="Google Shape;459;p41">
            <a:extLst>
              <a:ext uri="{FF2B5EF4-FFF2-40B4-BE49-F238E27FC236}">
                <a16:creationId xmlns:a16="http://schemas.microsoft.com/office/drawing/2014/main" id="{C3F10E89-93D8-7187-8A09-D7A1FAFFAB37}"/>
              </a:ext>
            </a:extLst>
          </p:cNvPr>
          <p:cNvSpPr/>
          <p:nvPr/>
        </p:nvSpPr>
        <p:spPr>
          <a:xfrm>
            <a:off x="364587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5" name="Google Shape;460;p41">
            <a:extLst>
              <a:ext uri="{FF2B5EF4-FFF2-40B4-BE49-F238E27FC236}">
                <a16:creationId xmlns:a16="http://schemas.microsoft.com/office/drawing/2014/main" id="{4CA2B7D0-A0E4-EFF6-5193-41ECF15FA282}"/>
              </a:ext>
            </a:extLst>
          </p:cNvPr>
          <p:cNvSpPr/>
          <p:nvPr/>
        </p:nvSpPr>
        <p:spPr>
          <a:xfrm>
            <a:off x="364473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2</a:t>
            </a:r>
            <a:endParaRPr sz="400">
              <a:latin typeface="Instrument Sans"/>
              <a:ea typeface="Instrument Sans"/>
              <a:cs typeface="Instrument Sans"/>
              <a:sym typeface="Instrument Sans"/>
            </a:endParaRPr>
          </a:p>
        </p:txBody>
      </p:sp>
      <p:sp>
        <p:nvSpPr>
          <p:cNvPr id="6" name="Google Shape;461;p41">
            <a:extLst>
              <a:ext uri="{FF2B5EF4-FFF2-40B4-BE49-F238E27FC236}">
                <a16:creationId xmlns:a16="http://schemas.microsoft.com/office/drawing/2014/main" id="{00B2CA84-6970-7568-B752-CB3F20AA0A3F}"/>
              </a:ext>
            </a:extLst>
          </p:cNvPr>
          <p:cNvSpPr/>
          <p:nvPr/>
        </p:nvSpPr>
        <p:spPr>
          <a:xfrm>
            <a:off x="427567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7" name="Google Shape;462;p41">
            <a:extLst>
              <a:ext uri="{FF2B5EF4-FFF2-40B4-BE49-F238E27FC236}">
                <a16:creationId xmlns:a16="http://schemas.microsoft.com/office/drawing/2014/main" id="{70E7E2A1-21DD-10C5-C181-180CFDA05186}"/>
              </a:ext>
            </a:extLst>
          </p:cNvPr>
          <p:cNvSpPr/>
          <p:nvPr/>
        </p:nvSpPr>
        <p:spPr>
          <a:xfrm>
            <a:off x="427453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3</a:t>
            </a:r>
            <a:endParaRPr sz="400">
              <a:latin typeface="Instrument Sans"/>
              <a:ea typeface="Instrument Sans"/>
              <a:cs typeface="Instrument Sans"/>
              <a:sym typeface="Instrument Sans"/>
            </a:endParaRPr>
          </a:p>
        </p:txBody>
      </p:sp>
      <p:sp>
        <p:nvSpPr>
          <p:cNvPr id="8" name="Google Shape;463;p41">
            <a:extLst>
              <a:ext uri="{FF2B5EF4-FFF2-40B4-BE49-F238E27FC236}">
                <a16:creationId xmlns:a16="http://schemas.microsoft.com/office/drawing/2014/main" id="{945D3862-C146-7CDB-839E-A4E3C8A430DA}"/>
              </a:ext>
            </a:extLst>
          </p:cNvPr>
          <p:cNvSpPr/>
          <p:nvPr/>
        </p:nvSpPr>
        <p:spPr>
          <a:xfrm>
            <a:off x="490662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9" name="Google Shape;464;p41">
            <a:extLst>
              <a:ext uri="{FF2B5EF4-FFF2-40B4-BE49-F238E27FC236}">
                <a16:creationId xmlns:a16="http://schemas.microsoft.com/office/drawing/2014/main" id="{73008FF7-2E12-D40F-E930-CA85FC1F6104}"/>
              </a:ext>
            </a:extLst>
          </p:cNvPr>
          <p:cNvSpPr/>
          <p:nvPr/>
        </p:nvSpPr>
        <p:spPr>
          <a:xfrm>
            <a:off x="49054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4</a:t>
            </a:r>
            <a:endParaRPr sz="400">
              <a:latin typeface="Instrument Sans"/>
              <a:ea typeface="Instrument Sans"/>
              <a:cs typeface="Instrument Sans"/>
              <a:sym typeface="Instrument Sans"/>
            </a:endParaRPr>
          </a:p>
        </p:txBody>
      </p:sp>
      <p:sp>
        <p:nvSpPr>
          <p:cNvPr id="10" name="Google Shape;465;p41">
            <a:extLst>
              <a:ext uri="{FF2B5EF4-FFF2-40B4-BE49-F238E27FC236}">
                <a16:creationId xmlns:a16="http://schemas.microsoft.com/office/drawing/2014/main" id="{05A4499C-93F8-2B95-E162-16FA3A0B5922}"/>
              </a:ext>
            </a:extLst>
          </p:cNvPr>
          <p:cNvSpPr/>
          <p:nvPr/>
        </p:nvSpPr>
        <p:spPr>
          <a:xfrm>
            <a:off x="553872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11" name="Google Shape;466;p41">
            <a:extLst>
              <a:ext uri="{FF2B5EF4-FFF2-40B4-BE49-F238E27FC236}">
                <a16:creationId xmlns:a16="http://schemas.microsoft.com/office/drawing/2014/main" id="{C65F026E-2D68-2928-0974-B551BC543233}"/>
              </a:ext>
            </a:extLst>
          </p:cNvPr>
          <p:cNvSpPr/>
          <p:nvPr/>
        </p:nvSpPr>
        <p:spPr>
          <a:xfrm>
            <a:off x="55375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5</a:t>
            </a:r>
            <a:endParaRPr sz="400">
              <a:latin typeface="Instrument Sans"/>
              <a:ea typeface="Instrument Sans"/>
              <a:cs typeface="Instrument Sans"/>
              <a:sym typeface="Instrument Sans"/>
            </a:endParaRPr>
          </a:p>
        </p:txBody>
      </p:sp>
      <p:sp>
        <p:nvSpPr>
          <p:cNvPr id="12" name="Google Shape;467;p41">
            <a:extLst>
              <a:ext uri="{FF2B5EF4-FFF2-40B4-BE49-F238E27FC236}">
                <a16:creationId xmlns:a16="http://schemas.microsoft.com/office/drawing/2014/main" id="{C8CE7919-243A-686F-C6D1-64AB151E7BAD}"/>
              </a:ext>
            </a:extLst>
          </p:cNvPr>
          <p:cNvSpPr/>
          <p:nvPr/>
        </p:nvSpPr>
        <p:spPr>
          <a:xfrm>
            <a:off x="6159654"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13" name="Google Shape;468;p41">
            <a:extLst>
              <a:ext uri="{FF2B5EF4-FFF2-40B4-BE49-F238E27FC236}">
                <a16:creationId xmlns:a16="http://schemas.microsoft.com/office/drawing/2014/main" id="{D2D11154-30F3-CB8A-C3E2-FBE5AD9B4600}"/>
              </a:ext>
            </a:extLst>
          </p:cNvPr>
          <p:cNvSpPr/>
          <p:nvPr/>
        </p:nvSpPr>
        <p:spPr>
          <a:xfrm>
            <a:off x="6158512"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Anexos</a:t>
            </a:r>
            <a:endParaRPr sz="400">
              <a:latin typeface="Instrument Sans"/>
              <a:ea typeface="Instrument Sans"/>
              <a:cs typeface="Instrument Sans"/>
              <a:sym typeface="Instrument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44"/>
          <p:cNvSpPr txBox="1">
            <a:spLocks noGrp="1"/>
          </p:cNvSpPr>
          <p:nvPr>
            <p:ph type="sldNum" idx="12"/>
          </p:nvPr>
        </p:nvSpPr>
        <p:spPr>
          <a:xfrm>
            <a:off x="8179058" y="43553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6</a:t>
            </a:fld>
            <a:endParaRPr/>
          </a:p>
        </p:txBody>
      </p:sp>
      <p:sp>
        <p:nvSpPr>
          <p:cNvPr id="548" name="Google Shape;548;p44"/>
          <p:cNvSpPr>
            <a:spLocks noGrp="1"/>
          </p:cNvSpPr>
          <p:nvPr>
            <p:ph type="pic" idx="2"/>
          </p:nvPr>
        </p:nvSpPr>
        <p:spPr>
          <a:xfrm>
            <a:off x="549304" y="869725"/>
            <a:ext cx="4124700" cy="3738300"/>
          </a:xfrm>
          <a:prstGeom prst="rect">
            <a:avLst/>
          </a:prstGeom>
        </p:spPr>
        <p:txBody>
          <a:bodyPr/>
          <a:lstStyle/>
          <a:p>
            <a:endParaRPr lang="es-ES"/>
          </a:p>
        </p:txBody>
      </p:sp>
      <p:sp>
        <p:nvSpPr>
          <p:cNvPr id="549" name="Google Shape;549;p44"/>
          <p:cNvSpPr txBox="1">
            <a:spLocks noGrp="1"/>
          </p:cNvSpPr>
          <p:nvPr>
            <p:ph type="title"/>
          </p:nvPr>
        </p:nvSpPr>
        <p:spPr>
          <a:xfrm>
            <a:off x="3654950" y="2536319"/>
            <a:ext cx="5205600" cy="653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GB"/>
              <a:t>Título de diapositiva</a:t>
            </a:r>
            <a:endParaRPr/>
          </a:p>
        </p:txBody>
      </p:sp>
      <p:sp>
        <p:nvSpPr>
          <p:cNvPr id="550" name="Google Shape;550;p44"/>
          <p:cNvSpPr txBox="1">
            <a:spLocks noGrp="1"/>
          </p:cNvSpPr>
          <p:nvPr>
            <p:ph type="title" idx="3"/>
          </p:nvPr>
        </p:nvSpPr>
        <p:spPr>
          <a:xfrm>
            <a:off x="3654950" y="3322679"/>
            <a:ext cx="5205600" cy="1030200"/>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0"/>
              </a:spcAft>
              <a:buNone/>
            </a:pPr>
            <a:r>
              <a:rPr lang="en-GB"/>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45"/>
          <p:cNvSpPr>
            <a:spLocks noGrp="1"/>
          </p:cNvSpPr>
          <p:nvPr>
            <p:ph type="pic" idx="2"/>
          </p:nvPr>
        </p:nvSpPr>
        <p:spPr>
          <a:xfrm>
            <a:off x="504800" y="1463100"/>
            <a:ext cx="2437800" cy="1566000"/>
          </a:xfrm>
          <a:prstGeom prst="rect">
            <a:avLst/>
          </a:prstGeom>
        </p:spPr>
        <p:txBody>
          <a:bodyPr/>
          <a:lstStyle/>
          <a:p>
            <a:endParaRPr lang="es-ES"/>
          </a:p>
        </p:txBody>
      </p:sp>
      <p:sp>
        <p:nvSpPr>
          <p:cNvPr id="556" name="Google Shape;556;p45"/>
          <p:cNvSpPr txBox="1">
            <a:spLocks noGrp="1"/>
          </p:cNvSpPr>
          <p:nvPr>
            <p:ph type="subTitle" idx="1"/>
          </p:nvPr>
        </p:nvSpPr>
        <p:spPr>
          <a:xfrm>
            <a:off x="504800" y="3333900"/>
            <a:ext cx="24378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57" name="Google Shape;557;p45"/>
          <p:cNvSpPr txBox="1">
            <a:spLocks noGrp="1"/>
          </p:cNvSpPr>
          <p:nvPr>
            <p:ph type="title"/>
          </p:nvPr>
        </p:nvSpPr>
        <p:spPr>
          <a:xfrm>
            <a:off x="504813" y="3718800"/>
            <a:ext cx="2437800" cy="1539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558" name="Google Shape;558;p45"/>
          <p:cNvSpPr>
            <a:spLocks noGrp="1"/>
          </p:cNvSpPr>
          <p:nvPr>
            <p:ph type="pic" idx="3"/>
          </p:nvPr>
        </p:nvSpPr>
        <p:spPr>
          <a:xfrm>
            <a:off x="3341807" y="1411350"/>
            <a:ext cx="2437800" cy="1566000"/>
          </a:xfrm>
          <a:prstGeom prst="rect">
            <a:avLst/>
          </a:prstGeom>
        </p:spPr>
        <p:txBody>
          <a:bodyPr/>
          <a:lstStyle/>
          <a:p>
            <a:endParaRPr lang="es-ES"/>
          </a:p>
        </p:txBody>
      </p:sp>
      <p:sp>
        <p:nvSpPr>
          <p:cNvPr id="559" name="Google Shape;559;p45"/>
          <p:cNvSpPr txBox="1">
            <a:spLocks noGrp="1"/>
          </p:cNvSpPr>
          <p:nvPr>
            <p:ph type="subTitle" idx="4"/>
          </p:nvPr>
        </p:nvSpPr>
        <p:spPr>
          <a:xfrm>
            <a:off x="3341807" y="3282150"/>
            <a:ext cx="24378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60" name="Google Shape;560;p45"/>
          <p:cNvSpPr txBox="1">
            <a:spLocks noGrp="1"/>
          </p:cNvSpPr>
          <p:nvPr>
            <p:ph type="title" idx="5"/>
          </p:nvPr>
        </p:nvSpPr>
        <p:spPr>
          <a:xfrm>
            <a:off x="3341820" y="3667050"/>
            <a:ext cx="2437800" cy="1539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561" name="Google Shape;561;p45"/>
          <p:cNvSpPr>
            <a:spLocks noGrp="1"/>
          </p:cNvSpPr>
          <p:nvPr>
            <p:ph type="pic" idx="6"/>
          </p:nvPr>
        </p:nvSpPr>
        <p:spPr>
          <a:xfrm>
            <a:off x="6203505" y="1411350"/>
            <a:ext cx="2437800" cy="1566000"/>
          </a:xfrm>
          <a:prstGeom prst="rect">
            <a:avLst/>
          </a:prstGeom>
        </p:spPr>
        <p:txBody>
          <a:bodyPr/>
          <a:lstStyle/>
          <a:p>
            <a:endParaRPr lang="es-ES"/>
          </a:p>
        </p:txBody>
      </p:sp>
      <p:sp>
        <p:nvSpPr>
          <p:cNvPr id="562" name="Google Shape;562;p45"/>
          <p:cNvSpPr txBox="1">
            <a:spLocks noGrp="1"/>
          </p:cNvSpPr>
          <p:nvPr>
            <p:ph type="subTitle" idx="7"/>
          </p:nvPr>
        </p:nvSpPr>
        <p:spPr>
          <a:xfrm>
            <a:off x="6203505" y="3282150"/>
            <a:ext cx="24378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63" name="Google Shape;563;p45"/>
          <p:cNvSpPr txBox="1">
            <a:spLocks noGrp="1"/>
          </p:cNvSpPr>
          <p:nvPr>
            <p:ph type="title" idx="8"/>
          </p:nvPr>
        </p:nvSpPr>
        <p:spPr>
          <a:xfrm>
            <a:off x="6203518" y="3667050"/>
            <a:ext cx="2437800" cy="1539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564" name="Google Shape;564;p45"/>
          <p:cNvSpPr txBox="1">
            <a:spLocks noGrp="1"/>
          </p:cNvSpPr>
          <p:nvPr>
            <p:ph type="title" idx="9"/>
          </p:nvPr>
        </p:nvSpPr>
        <p:spPr>
          <a:xfrm>
            <a:off x="375425" y="451432"/>
            <a:ext cx="6774600" cy="2940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65" name="Google Shape;565;p45"/>
          <p:cNvSpPr txBox="1">
            <a:spLocks noGrp="1"/>
          </p:cNvSpPr>
          <p:nvPr>
            <p:ph type="subTitle" idx="13"/>
          </p:nvPr>
        </p:nvSpPr>
        <p:spPr>
          <a:xfrm>
            <a:off x="375425" y="228356"/>
            <a:ext cx="4626300" cy="200100"/>
          </a:xfrm>
          <a:prstGeom prst="rect">
            <a:avLst/>
          </a:prstGeom>
        </p:spPr>
        <p:txBody>
          <a:bodyPr spcFirstLastPara="1" wrap="square" lIns="0" tIns="0" rIns="0" bIns="0" anchor="b" anchorCtr="0">
            <a:spAutoFit/>
          </a:bodyPr>
          <a:lstStyle/>
          <a:p>
            <a:pPr marL="0" lvl="0" indent="0" algn="l" rtl="0">
              <a:spcBef>
                <a:spcPts val="0"/>
              </a:spcBef>
              <a:spcAft>
                <a:spcPts val="1200"/>
              </a:spcAft>
              <a:buNone/>
            </a:pPr>
            <a:endParaRPr/>
          </a:p>
        </p:txBody>
      </p:sp>
      <p:sp>
        <p:nvSpPr>
          <p:cNvPr id="566" name="Google Shape;566;p4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GB"/>
              <a:t>7</a:t>
            </a:fld>
            <a:endParaRPr/>
          </a:p>
        </p:txBody>
      </p:sp>
      <p:sp>
        <p:nvSpPr>
          <p:cNvPr id="2" name="Google Shape;457;p41">
            <a:extLst>
              <a:ext uri="{FF2B5EF4-FFF2-40B4-BE49-F238E27FC236}">
                <a16:creationId xmlns:a16="http://schemas.microsoft.com/office/drawing/2014/main" id="{AD353F3C-D55B-743B-1C03-69665F7D54D3}"/>
              </a:ext>
            </a:extLst>
          </p:cNvPr>
          <p:cNvSpPr/>
          <p:nvPr/>
        </p:nvSpPr>
        <p:spPr>
          <a:xfrm>
            <a:off x="3017228" y="36504"/>
            <a:ext cx="608100" cy="49800"/>
          </a:xfrm>
          <a:prstGeom prst="parallelogram">
            <a:avLst>
              <a:gd name="adj" fmla="val 25000"/>
            </a:avLst>
          </a:prstGeom>
          <a:solidFill>
            <a:schemeClr val="accent1"/>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3" name="Google Shape;458;p41">
            <a:extLst>
              <a:ext uri="{FF2B5EF4-FFF2-40B4-BE49-F238E27FC236}">
                <a16:creationId xmlns:a16="http://schemas.microsoft.com/office/drawing/2014/main" id="{A708A646-6124-00D1-1ABD-A447146B8A2B}"/>
              </a:ext>
            </a:extLst>
          </p:cNvPr>
          <p:cNvSpPr/>
          <p:nvPr/>
        </p:nvSpPr>
        <p:spPr>
          <a:xfrm>
            <a:off x="30160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b="1">
                <a:latin typeface="Instrument Sans"/>
                <a:ea typeface="Instrument Sans"/>
                <a:cs typeface="Instrument Sans"/>
                <a:sym typeface="Instrument Sans"/>
              </a:rPr>
              <a:t>Sección 1</a:t>
            </a:r>
            <a:endParaRPr sz="400" b="1">
              <a:latin typeface="Instrument Sans"/>
              <a:ea typeface="Instrument Sans"/>
              <a:cs typeface="Instrument Sans"/>
              <a:sym typeface="Instrument Sans"/>
            </a:endParaRPr>
          </a:p>
        </p:txBody>
      </p:sp>
      <p:sp>
        <p:nvSpPr>
          <p:cNvPr id="4" name="Google Shape;459;p41">
            <a:extLst>
              <a:ext uri="{FF2B5EF4-FFF2-40B4-BE49-F238E27FC236}">
                <a16:creationId xmlns:a16="http://schemas.microsoft.com/office/drawing/2014/main" id="{167BE4D8-5FF5-0826-EDA4-8D9A0D54EC9A}"/>
              </a:ext>
            </a:extLst>
          </p:cNvPr>
          <p:cNvSpPr/>
          <p:nvPr/>
        </p:nvSpPr>
        <p:spPr>
          <a:xfrm>
            <a:off x="364587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5" name="Google Shape;460;p41">
            <a:extLst>
              <a:ext uri="{FF2B5EF4-FFF2-40B4-BE49-F238E27FC236}">
                <a16:creationId xmlns:a16="http://schemas.microsoft.com/office/drawing/2014/main" id="{71EA247C-2D90-E2F4-3B94-E798A0DCE43C}"/>
              </a:ext>
            </a:extLst>
          </p:cNvPr>
          <p:cNvSpPr/>
          <p:nvPr/>
        </p:nvSpPr>
        <p:spPr>
          <a:xfrm>
            <a:off x="364473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2</a:t>
            </a:r>
            <a:endParaRPr sz="400">
              <a:latin typeface="Instrument Sans"/>
              <a:ea typeface="Instrument Sans"/>
              <a:cs typeface="Instrument Sans"/>
              <a:sym typeface="Instrument Sans"/>
            </a:endParaRPr>
          </a:p>
        </p:txBody>
      </p:sp>
      <p:sp>
        <p:nvSpPr>
          <p:cNvPr id="6" name="Google Shape;461;p41">
            <a:extLst>
              <a:ext uri="{FF2B5EF4-FFF2-40B4-BE49-F238E27FC236}">
                <a16:creationId xmlns:a16="http://schemas.microsoft.com/office/drawing/2014/main" id="{804299A0-972E-2504-E4D8-5C27A4B0F736}"/>
              </a:ext>
            </a:extLst>
          </p:cNvPr>
          <p:cNvSpPr/>
          <p:nvPr/>
        </p:nvSpPr>
        <p:spPr>
          <a:xfrm>
            <a:off x="427567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7" name="Google Shape;462;p41">
            <a:extLst>
              <a:ext uri="{FF2B5EF4-FFF2-40B4-BE49-F238E27FC236}">
                <a16:creationId xmlns:a16="http://schemas.microsoft.com/office/drawing/2014/main" id="{72DC3B98-EE1B-DFC8-3F09-59207A21F88B}"/>
              </a:ext>
            </a:extLst>
          </p:cNvPr>
          <p:cNvSpPr/>
          <p:nvPr/>
        </p:nvSpPr>
        <p:spPr>
          <a:xfrm>
            <a:off x="427453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3</a:t>
            </a:r>
            <a:endParaRPr sz="400">
              <a:latin typeface="Instrument Sans"/>
              <a:ea typeface="Instrument Sans"/>
              <a:cs typeface="Instrument Sans"/>
              <a:sym typeface="Instrument Sans"/>
            </a:endParaRPr>
          </a:p>
        </p:txBody>
      </p:sp>
      <p:sp>
        <p:nvSpPr>
          <p:cNvPr id="8" name="Google Shape;463;p41">
            <a:extLst>
              <a:ext uri="{FF2B5EF4-FFF2-40B4-BE49-F238E27FC236}">
                <a16:creationId xmlns:a16="http://schemas.microsoft.com/office/drawing/2014/main" id="{4CD321A0-8C6B-5E61-3B4F-DAD59C5F7A16}"/>
              </a:ext>
            </a:extLst>
          </p:cNvPr>
          <p:cNvSpPr/>
          <p:nvPr/>
        </p:nvSpPr>
        <p:spPr>
          <a:xfrm>
            <a:off x="490662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9" name="Google Shape;464;p41">
            <a:extLst>
              <a:ext uri="{FF2B5EF4-FFF2-40B4-BE49-F238E27FC236}">
                <a16:creationId xmlns:a16="http://schemas.microsoft.com/office/drawing/2014/main" id="{A04F0245-93AC-D9D5-3990-EB554D9A4DB8}"/>
              </a:ext>
            </a:extLst>
          </p:cNvPr>
          <p:cNvSpPr/>
          <p:nvPr/>
        </p:nvSpPr>
        <p:spPr>
          <a:xfrm>
            <a:off x="49054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4</a:t>
            </a:r>
            <a:endParaRPr sz="400">
              <a:latin typeface="Instrument Sans"/>
              <a:ea typeface="Instrument Sans"/>
              <a:cs typeface="Instrument Sans"/>
              <a:sym typeface="Instrument Sans"/>
            </a:endParaRPr>
          </a:p>
        </p:txBody>
      </p:sp>
      <p:sp>
        <p:nvSpPr>
          <p:cNvPr id="10" name="Google Shape;465;p41">
            <a:extLst>
              <a:ext uri="{FF2B5EF4-FFF2-40B4-BE49-F238E27FC236}">
                <a16:creationId xmlns:a16="http://schemas.microsoft.com/office/drawing/2014/main" id="{0012EB93-C5F2-A420-89D2-CD6907096F59}"/>
              </a:ext>
            </a:extLst>
          </p:cNvPr>
          <p:cNvSpPr/>
          <p:nvPr/>
        </p:nvSpPr>
        <p:spPr>
          <a:xfrm>
            <a:off x="553872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11" name="Google Shape;466;p41">
            <a:extLst>
              <a:ext uri="{FF2B5EF4-FFF2-40B4-BE49-F238E27FC236}">
                <a16:creationId xmlns:a16="http://schemas.microsoft.com/office/drawing/2014/main" id="{84B13DAD-79DD-3E95-4AD0-27872088243F}"/>
              </a:ext>
            </a:extLst>
          </p:cNvPr>
          <p:cNvSpPr/>
          <p:nvPr/>
        </p:nvSpPr>
        <p:spPr>
          <a:xfrm>
            <a:off x="55375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5</a:t>
            </a:r>
            <a:endParaRPr sz="400">
              <a:latin typeface="Instrument Sans"/>
              <a:ea typeface="Instrument Sans"/>
              <a:cs typeface="Instrument Sans"/>
              <a:sym typeface="Instrument Sans"/>
            </a:endParaRPr>
          </a:p>
        </p:txBody>
      </p:sp>
      <p:sp>
        <p:nvSpPr>
          <p:cNvPr id="12" name="Google Shape;467;p41">
            <a:extLst>
              <a:ext uri="{FF2B5EF4-FFF2-40B4-BE49-F238E27FC236}">
                <a16:creationId xmlns:a16="http://schemas.microsoft.com/office/drawing/2014/main" id="{A53E4C2E-1549-1A13-E2B0-A7ED0DAA0FE3}"/>
              </a:ext>
            </a:extLst>
          </p:cNvPr>
          <p:cNvSpPr/>
          <p:nvPr/>
        </p:nvSpPr>
        <p:spPr>
          <a:xfrm>
            <a:off x="6159654"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13" name="Google Shape;468;p41">
            <a:extLst>
              <a:ext uri="{FF2B5EF4-FFF2-40B4-BE49-F238E27FC236}">
                <a16:creationId xmlns:a16="http://schemas.microsoft.com/office/drawing/2014/main" id="{4E2D9DE5-20CD-5F65-3DED-5C53F8520CAB}"/>
              </a:ext>
            </a:extLst>
          </p:cNvPr>
          <p:cNvSpPr/>
          <p:nvPr/>
        </p:nvSpPr>
        <p:spPr>
          <a:xfrm>
            <a:off x="6158512"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Anexos</a:t>
            </a:r>
            <a:endParaRPr sz="400">
              <a:latin typeface="Instrument Sans"/>
              <a:ea typeface="Instrument Sans"/>
              <a:cs typeface="Instrument Sans"/>
              <a:sym typeface="Instrument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46"/>
          <p:cNvSpPr>
            <a:spLocks noGrp="1"/>
          </p:cNvSpPr>
          <p:nvPr>
            <p:ph type="pic" idx="2"/>
          </p:nvPr>
        </p:nvSpPr>
        <p:spPr>
          <a:xfrm>
            <a:off x="464519" y="1463100"/>
            <a:ext cx="1678800" cy="1566000"/>
          </a:xfrm>
          <a:prstGeom prst="rect">
            <a:avLst/>
          </a:prstGeom>
        </p:spPr>
        <p:txBody>
          <a:bodyPr/>
          <a:lstStyle/>
          <a:p>
            <a:endParaRPr lang="es-ES"/>
          </a:p>
        </p:txBody>
      </p:sp>
      <p:sp>
        <p:nvSpPr>
          <p:cNvPr id="572" name="Google Shape;572;p46"/>
          <p:cNvSpPr txBox="1">
            <a:spLocks noGrp="1"/>
          </p:cNvSpPr>
          <p:nvPr>
            <p:ph type="subTitle" idx="1"/>
          </p:nvPr>
        </p:nvSpPr>
        <p:spPr>
          <a:xfrm>
            <a:off x="464519" y="3333900"/>
            <a:ext cx="16788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73" name="Google Shape;573;p46"/>
          <p:cNvSpPr txBox="1">
            <a:spLocks noGrp="1"/>
          </p:cNvSpPr>
          <p:nvPr>
            <p:ph type="title"/>
          </p:nvPr>
        </p:nvSpPr>
        <p:spPr>
          <a:xfrm>
            <a:off x="464528" y="3718800"/>
            <a:ext cx="1678800" cy="1539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574" name="Google Shape;574;p46"/>
          <p:cNvSpPr txBox="1">
            <a:spLocks noGrp="1"/>
          </p:cNvSpPr>
          <p:nvPr>
            <p:ph type="subTitle" idx="13"/>
          </p:nvPr>
        </p:nvSpPr>
        <p:spPr>
          <a:xfrm>
            <a:off x="7002728" y="3333900"/>
            <a:ext cx="16788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75" name="Google Shape;575;p46"/>
          <p:cNvSpPr txBox="1">
            <a:spLocks noGrp="1"/>
          </p:cNvSpPr>
          <p:nvPr>
            <p:ph type="title" idx="14"/>
          </p:nvPr>
        </p:nvSpPr>
        <p:spPr>
          <a:xfrm>
            <a:off x="7002737" y="3718800"/>
            <a:ext cx="1678800" cy="1539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576" name="Google Shape;576;p46"/>
          <p:cNvSpPr txBox="1">
            <a:spLocks noGrp="1"/>
          </p:cNvSpPr>
          <p:nvPr>
            <p:ph type="title" idx="15"/>
          </p:nvPr>
        </p:nvSpPr>
        <p:spPr>
          <a:xfrm>
            <a:off x="375425" y="451432"/>
            <a:ext cx="6774600" cy="2940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7" name="Google Shape;577;p46"/>
          <p:cNvSpPr txBox="1">
            <a:spLocks noGrp="1"/>
          </p:cNvSpPr>
          <p:nvPr>
            <p:ph type="subTitle" idx="7"/>
          </p:nvPr>
        </p:nvSpPr>
        <p:spPr>
          <a:xfrm>
            <a:off x="4847188" y="3333900"/>
            <a:ext cx="16788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78" name="Google Shape;578;p46"/>
          <p:cNvSpPr>
            <a:spLocks noGrp="1"/>
          </p:cNvSpPr>
          <p:nvPr>
            <p:ph type="pic" idx="3"/>
          </p:nvPr>
        </p:nvSpPr>
        <p:spPr>
          <a:xfrm>
            <a:off x="2660914" y="1463100"/>
            <a:ext cx="1678800" cy="1566000"/>
          </a:xfrm>
          <a:prstGeom prst="rect">
            <a:avLst/>
          </a:prstGeom>
        </p:spPr>
        <p:txBody>
          <a:bodyPr/>
          <a:lstStyle/>
          <a:p>
            <a:endParaRPr lang="es-ES"/>
          </a:p>
        </p:txBody>
      </p:sp>
      <p:sp>
        <p:nvSpPr>
          <p:cNvPr id="579" name="Google Shape;579;p46"/>
          <p:cNvSpPr txBox="1">
            <a:spLocks noGrp="1"/>
          </p:cNvSpPr>
          <p:nvPr>
            <p:ph type="subTitle" idx="4"/>
          </p:nvPr>
        </p:nvSpPr>
        <p:spPr>
          <a:xfrm>
            <a:off x="2660914" y="3333900"/>
            <a:ext cx="1678800" cy="308700"/>
          </a:xfrm>
          <a:prstGeom prst="rect">
            <a:avLst/>
          </a:prstGeom>
        </p:spPr>
        <p:txBody>
          <a:bodyPr spcFirstLastPara="1" wrap="square" lIns="0" tIns="0" rIns="0" bIns="0" anchor="b" anchorCtr="0">
            <a:noAutofit/>
          </a:bodyPr>
          <a:lstStyle/>
          <a:p>
            <a:pPr marL="0" lvl="0" indent="0" algn="l" rtl="0">
              <a:spcBef>
                <a:spcPts val="0"/>
              </a:spcBef>
              <a:spcAft>
                <a:spcPts val="1200"/>
              </a:spcAft>
              <a:buNone/>
            </a:pPr>
            <a:endParaRPr/>
          </a:p>
        </p:txBody>
      </p:sp>
      <p:sp>
        <p:nvSpPr>
          <p:cNvPr id="580" name="Google Shape;580;p46"/>
          <p:cNvSpPr txBox="1">
            <a:spLocks noGrp="1"/>
          </p:cNvSpPr>
          <p:nvPr>
            <p:ph type="title" idx="5"/>
          </p:nvPr>
        </p:nvSpPr>
        <p:spPr>
          <a:xfrm>
            <a:off x="2660923" y="3718800"/>
            <a:ext cx="1678800" cy="1539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581" name="Google Shape;581;p46"/>
          <p:cNvSpPr>
            <a:spLocks noGrp="1"/>
          </p:cNvSpPr>
          <p:nvPr>
            <p:ph type="pic" idx="6"/>
          </p:nvPr>
        </p:nvSpPr>
        <p:spPr>
          <a:xfrm>
            <a:off x="4847188" y="1463100"/>
            <a:ext cx="1678800" cy="1566000"/>
          </a:xfrm>
          <a:prstGeom prst="rect">
            <a:avLst/>
          </a:prstGeom>
        </p:spPr>
        <p:txBody>
          <a:bodyPr/>
          <a:lstStyle/>
          <a:p>
            <a:endParaRPr lang="es-ES"/>
          </a:p>
        </p:txBody>
      </p:sp>
      <p:sp>
        <p:nvSpPr>
          <p:cNvPr id="582" name="Google Shape;582;p46"/>
          <p:cNvSpPr txBox="1">
            <a:spLocks noGrp="1"/>
          </p:cNvSpPr>
          <p:nvPr>
            <p:ph type="title" idx="8"/>
          </p:nvPr>
        </p:nvSpPr>
        <p:spPr>
          <a:xfrm>
            <a:off x="4847197" y="3718800"/>
            <a:ext cx="1678800" cy="1539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583" name="Google Shape;583;p46"/>
          <p:cNvSpPr>
            <a:spLocks noGrp="1"/>
          </p:cNvSpPr>
          <p:nvPr>
            <p:ph type="pic" idx="9"/>
          </p:nvPr>
        </p:nvSpPr>
        <p:spPr>
          <a:xfrm>
            <a:off x="7002728" y="1463100"/>
            <a:ext cx="1678800" cy="1566000"/>
          </a:xfrm>
          <a:prstGeom prst="rect">
            <a:avLst/>
          </a:prstGeom>
        </p:spPr>
        <p:txBody>
          <a:bodyPr/>
          <a:lstStyle/>
          <a:p>
            <a:endParaRPr lang="es-ES"/>
          </a:p>
        </p:txBody>
      </p:sp>
      <p:sp>
        <p:nvSpPr>
          <p:cNvPr id="584" name="Google Shape;584;p46"/>
          <p:cNvSpPr txBox="1">
            <a:spLocks noGrp="1"/>
          </p:cNvSpPr>
          <p:nvPr>
            <p:ph type="subTitle" idx="16"/>
          </p:nvPr>
        </p:nvSpPr>
        <p:spPr>
          <a:xfrm>
            <a:off x="375425" y="228356"/>
            <a:ext cx="4626300" cy="200100"/>
          </a:xfrm>
          <a:prstGeom prst="rect">
            <a:avLst/>
          </a:prstGeom>
        </p:spPr>
        <p:txBody>
          <a:bodyPr spcFirstLastPara="1" wrap="square" lIns="0" tIns="0" rIns="0" bIns="0" anchor="b" anchorCtr="0">
            <a:spAutoFit/>
          </a:bodyPr>
          <a:lstStyle/>
          <a:p>
            <a:pPr marL="0" lvl="0" indent="0" algn="l" rtl="0">
              <a:spcBef>
                <a:spcPts val="0"/>
              </a:spcBef>
              <a:spcAft>
                <a:spcPts val="1200"/>
              </a:spcAft>
              <a:buNone/>
            </a:pPr>
            <a:endParaRPr/>
          </a:p>
        </p:txBody>
      </p:sp>
      <p:sp>
        <p:nvSpPr>
          <p:cNvPr id="585" name="Google Shape;585;p4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fld id="{00000000-1234-1234-1234-123412341234}" type="slidenum">
              <a:rPr lang="en-GB"/>
              <a:t>8</a:t>
            </a:fld>
            <a:endParaRPr/>
          </a:p>
        </p:txBody>
      </p:sp>
      <p:sp>
        <p:nvSpPr>
          <p:cNvPr id="2" name="Google Shape;457;p41">
            <a:extLst>
              <a:ext uri="{FF2B5EF4-FFF2-40B4-BE49-F238E27FC236}">
                <a16:creationId xmlns:a16="http://schemas.microsoft.com/office/drawing/2014/main" id="{8BF324E0-0F77-9022-A2DB-35B8DBDAB245}"/>
              </a:ext>
            </a:extLst>
          </p:cNvPr>
          <p:cNvSpPr/>
          <p:nvPr/>
        </p:nvSpPr>
        <p:spPr>
          <a:xfrm>
            <a:off x="3017228" y="36504"/>
            <a:ext cx="608100" cy="49800"/>
          </a:xfrm>
          <a:prstGeom prst="parallelogram">
            <a:avLst>
              <a:gd name="adj" fmla="val 25000"/>
            </a:avLst>
          </a:prstGeom>
          <a:solidFill>
            <a:schemeClr val="accent1"/>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3" name="Google Shape;458;p41">
            <a:extLst>
              <a:ext uri="{FF2B5EF4-FFF2-40B4-BE49-F238E27FC236}">
                <a16:creationId xmlns:a16="http://schemas.microsoft.com/office/drawing/2014/main" id="{54CE718B-D085-20ED-6B20-671A639C65C4}"/>
              </a:ext>
            </a:extLst>
          </p:cNvPr>
          <p:cNvSpPr/>
          <p:nvPr/>
        </p:nvSpPr>
        <p:spPr>
          <a:xfrm>
            <a:off x="30160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b="1">
                <a:latin typeface="Instrument Sans"/>
                <a:ea typeface="Instrument Sans"/>
                <a:cs typeface="Instrument Sans"/>
                <a:sym typeface="Instrument Sans"/>
              </a:rPr>
              <a:t>Sección 1</a:t>
            </a:r>
            <a:endParaRPr sz="400" b="1">
              <a:latin typeface="Instrument Sans"/>
              <a:ea typeface="Instrument Sans"/>
              <a:cs typeface="Instrument Sans"/>
              <a:sym typeface="Instrument Sans"/>
            </a:endParaRPr>
          </a:p>
        </p:txBody>
      </p:sp>
      <p:sp>
        <p:nvSpPr>
          <p:cNvPr id="4" name="Google Shape;459;p41">
            <a:extLst>
              <a:ext uri="{FF2B5EF4-FFF2-40B4-BE49-F238E27FC236}">
                <a16:creationId xmlns:a16="http://schemas.microsoft.com/office/drawing/2014/main" id="{4D22DCFD-466A-605E-6121-D5C7394FD5CB}"/>
              </a:ext>
            </a:extLst>
          </p:cNvPr>
          <p:cNvSpPr/>
          <p:nvPr/>
        </p:nvSpPr>
        <p:spPr>
          <a:xfrm>
            <a:off x="364587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5" name="Google Shape;460;p41">
            <a:extLst>
              <a:ext uri="{FF2B5EF4-FFF2-40B4-BE49-F238E27FC236}">
                <a16:creationId xmlns:a16="http://schemas.microsoft.com/office/drawing/2014/main" id="{79B7EF07-800F-6B11-5584-276EF99014CF}"/>
              </a:ext>
            </a:extLst>
          </p:cNvPr>
          <p:cNvSpPr/>
          <p:nvPr/>
        </p:nvSpPr>
        <p:spPr>
          <a:xfrm>
            <a:off x="364473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2</a:t>
            </a:r>
            <a:endParaRPr sz="400">
              <a:latin typeface="Instrument Sans"/>
              <a:ea typeface="Instrument Sans"/>
              <a:cs typeface="Instrument Sans"/>
              <a:sym typeface="Instrument Sans"/>
            </a:endParaRPr>
          </a:p>
        </p:txBody>
      </p:sp>
      <p:sp>
        <p:nvSpPr>
          <p:cNvPr id="6" name="Google Shape;461;p41">
            <a:extLst>
              <a:ext uri="{FF2B5EF4-FFF2-40B4-BE49-F238E27FC236}">
                <a16:creationId xmlns:a16="http://schemas.microsoft.com/office/drawing/2014/main" id="{76FF0039-2C21-23A4-AED7-EFC61A599030}"/>
              </a:ext>
            </a:extLst>
          </p:cNvPr>
          <p:cNvSpPr/>
          <p:nvPr/>
        </p:nvSpPr>
        <p:spPr>
          <a:xfrm>
            <a:off x="427567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7" name="Google Shape;462;p41">
            <a:extLst>
              <a:ext uri="{FF2B5EF4-FFF2-40B4-BE49-F238E27FC236}">
                <a16:creationId xmlns:a16="http://schemas.microsoft.com/office/drawing/2014/main" id="{CE039403-3DFC-BA78-BE1F-4748BA92C61E}"/>
              </a:ext>
            </a:extLst>
          </p:cNvPr>
          <p:cNvSpPr/>
          <p:nvPr/>
        </p:nvSpPr>
        <p:spPr>
          <a:xfrm>
            <a:off x="427453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3</a:t>
            </a:r>
            <a:endParaRPr sz="400">
              <a:latin typeface="Instrument Sans"/>
              <a:ea typeface="Instrument Sans"/>
              <a:cs typeface="Instrument Sans"/>
              <a:sym typeface="Instrument Sans"/>
            </a:endParaRPr>
          </a:p>
        </p:txBody>
      </p:sp>
      <p:sp>
        <p:nvSpPr>
          <p:cNvPr id="8" name="Google Shape;463;p41">
            <a:extLst>
              <a:ext uri="{FF2B5EF4-FFF2-40B4-BE49-F238E27FC236}">
                <a16:creationId xmlns:a16="http://schemas.microsoft.com/office/drawing/2014/main" id="{8CAEE8DB-B307-8C2A-7EDE-42F80EAE69D4}"/>
              </a:ext>
            </a:extLst>
          </p:cNvPr>
          <p:cNvSpPr/>
          <p:nvPr/>
        </p:nvSpPr>
        <p:spPr>
          <a:xfrm>
            <a:off x="490662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9" name="Google Shape;464;p41">
            <a:extLst>
              <a:ext uri="{FF2B5EF4-FFF2-40B4-BE49-F238E27FC236}">
                <a16:creationId xmlns:a16="http://schemas.microsoft.com/office/drawing/2014/main" id="{41342274-59AF-B390-3946-39945845E336}"/>
              </a:ext>
            </a:extLst>
          </p:cNvPr>
          <p:cNvSpPr/>
          <p:nvPr/>
        </p:nvSpPr>
        <p:spPr>
          <a:xfrm>
            <a:off x="49054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4</a:t>
            </a:r>
            <a:endParaRPr sz="400">
              <a:latin typeface="Instrument Sans"/>
              <a:ea typeface="Instrument Sans"/>
              <a:cs typeface="Instrument Sans"/>
              <a:sym typeface="Instrument Sans"/>
            </a:endParaRPr>
          </a:p>
        </p:txBody>
      </p:sp>
      <p:sp>
        <p:nvSpPr>
          <p:cNvPr id="10" name="Google Shape;465;p41">
            <a:extLst>
              <a:ext uri="{FF2B5EF4-FFF2-40B4-BE49-F238E27FC236}">
                <a16:creationId xmlns:a16="http://schemas.microsoft.com/office/drawing/2014/main" id="{302ABDE9-03F7-FB9A-758C-6F168B40822A}"/>
              </a:ext>
            </a:extLst>
          </p:cNvPr>
          <p:cNvSpPr/>
          <p:nvPr/>
        </p:nvSpPr>
        <p:spPr>
          <a:xfrm>
            <a:off x="5538728"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11" name="Google Shape;466;p41">
            <a:extLst>
              <a:ext uri="{FF2B5EF4-FFF2-40B4-BE49-F238E27FC236}">
                <a16:creationId xmlns:a16="http://schemas.microsoft.com/office/drawing/2014/main" id="{9E177B23-8499-CF17-3EE7-8385781C35D4}"/>
              </a:ext>
            </a:extLst>
          </p:cNvPr>
          <p:cNvSpPr/>
          <p:nvPr/>
        </p:nvSpPr>
        <p:spPr>
          <a:xfrm>
            <a:off x="5537586"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Sección 5</a:t>
            </a:r>
            <a:endParaRPr sz="400">
              <a:latin typeface="Instrument Sans"/>
              <a:ea typeface="Instrument Sans"/>
              <a:cs typeface="Instrument Sans"/>
              <a:sym typeface="Instrument Sans"/>
            </a:endParaRPr>
          </a:p>
        </p:txBody>
      </p:sp>
      <p:sp>
        <p:nvSpPr>
          <p:cNvPr id="12" name="Google Shape;467;p41">
            <a:extLst>
              <a:ext uri="{FF2B5EF4-FFF2-40B4-BE49-F238E27FC236}">
                <a16:creationId xmlns:a16="http://schemas.microsoft.com/office/drawing/2014/main" id="{7EC4CBF5-B7E7-520D-5473-4AB8751E73E1}"/>
              </a:ext>
            </a:extLst>
          </p:cNvPr>
          <p:cNvSpPr/>
          <p:nvPr/>
        </p:nvSpPr>
        <p:spPr>
          <a:xfrm>
            <a:off x="6159654" y="36504"/>
            <a:ext cx="608100" cy="49800"/>
          </a:xfrm>
          <a:prstGeom prst="parallelogram">
            <a:avLst>
              <a:gd name="adj" fmla="val 25000"/>
            </a:avLst>
          </a:prstGeom>
          <a:solidFill>
            <a:srgbClr val="CFE2F3"/>
          </a:solidFill>
          <a:ln>
            <a:noFill/>
          </a:ln>
        </p:spPr>
        <p:txBody>
          <a:bodyPr spcFirstLastPara="1" wrap="square" lIns="87175" tIns="87175" rIns="87175" bIns="87175" anchor="ctr" anchorCtr="0">
            <a:noAutofit/>
          </a:bodyPr>
          <a:lstStyle/>
          <a:p>
            <a:pPr marL="0" lvl="0" indent="0" algn="ctr" rtl="0">
              <a:spcBef>
                <a:spcPts val="0"/>
              </a:spcBef>
              <a:spcAft>
                <a:spcPts val="0"/>
              </a:spcAft>
              <a:buNone/>
            </a:pPr>
            <a:endParaRPr sz="1334">
              <a:latin typeface="Ubuntu Light"/>
              <a:ea typeface="Ubuntu Light"/>
              <a:cs typeface="Ubuntu Light"/>
              <a:sym typeface="Ubuntu Light"/>
            </a:endParaRPr>
          </a:p>
        </p:txBody>
      </p:sp>
      <p:sp>
        <p:nvSpPr>
          <p:cNvPr id="13" name="Google Shape;468;p41">
            <a:extLst>
              <a:ext uri="{FF2B5EF4-FFF2-40B4-BE49-F238E27FC236}">
                <a16:creationId xmlns:a16="http://schemas.microsoft.com/office/drawing/2014/main" id="{C5FF7390-8493-FBB9-1FC5-DB306DDBB7EF}"/>
              </a:ext>
            </a:extLst>
          </p:cNvPr>
          <p:cNvSpPr/>
          <p:nvPr/>
        </p:nvSpPr>
        <p:spPr>
          <a:xfrm>
            <a:off x="6158512" y="101762"/>
            <a:ext cx="608100" cy="8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00">
                <a:latin typeface="Instrument Sans"/>
                <a:ea typeface="Instrument Sans"/>
                <a:cs typeface="Instrument Sans"/>
                <a:sym typeface="Instrument Sans"/>
              </a:rPr>
              <a:t>Anexos</a:t>
            </a:r>
            <a:endParaRPr sz="400">
              <a:latin typeface="Instrument Sans"/>
              <a:ea typeface="Instrument Sans"/>
              <a:cs typeface="Instrument Sans"/>
              <a:sym typeface="Instrumen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47"/>
          <p:cNvSpPr txBox="1">
            <a:spLocks noGrp="1"/>
          </p:cNvSpPr>
          <p:nvPr>
            <p:ph type="sldNum" idx="12"/>
          </p:nvPr>
        </p:nvSpPr>
        <p:spPr>
          <a:xfrm>
            <a:off x="8179058" y="43553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9</a:t>
            </a:fld>
            <a:endParaRPr/>
          </a:p>
        </p:txBody>
      </p:sp>
      <p:sp>
        <p:nvSpPr>
          <p:cNvPr id="591" name="Google Shape;591;p47"/>
          <p:cNvSpPr>
            <a:spLocks noGrp="1"/>
          </p:cNvSpPr>
          <p:nvPr>
            <p:ph type="pic" idx="2"/>
          </p:nvPr>
        </p:nvSpPr>
        <p:spPr>
          <a:xfrm>
            <a:off x="4515304" y="1010650"/>
            <a:ext cx="4124700" cy="3738300"/>
          </a:xfrm>
          <a:prstGeom prst="rect">
            <a:avLst/>
          </a:prstGeom>
        </p:spPr>
        <p:txBody>
          <a:bodyPr/>
          <a:lstStyle/>
          <a:p>
            <a:endParaRPr lang="es-ES"/>
          </a:p>
        </p:txBody>
      </p:sp>
      <p:sp>
        <p:nvSpPr>
          <p:cNvPr id="592" name="Google Shape;592;p47"/>
          <p:cNvSpPr txBox="1">
            <a:spLocks noGrp="1"/>
          </p:cNvSpPr>
          <p:nvPr>
            <p:ph type="title"/>
          </p:nvPr>
        </p:nvSpPr>
        <p:spPr>
          <a:xfrm>
            <a:off x="283400" y="487394"/>
            <a:ext cx="5205600" cy="653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GB"/>
              <a:t>Título de diapositiva</a:t>
            </a:r>
            <a:endParaRPr/>
          </a:p>
        </p:txBody>
      </p:sp>
      <p:sp>
        <p:nvSpPr>
          <p:cNvPr id="593" name="Google Shape;593;p47"/>
          <p:cNvSpPr txBox="1">
            <a:spLocks noGrp="1"/>
          </p:cNvSpPr>
          <p:nvPr>
            <p:ph type="title" idx="3"/>
          </p:nvPr>
        </p:nvSpPr>
        <p:spPr>
          <a:xfrm>
            <a:off x="283400" y="1251550"/>
            <a:ext cx="4017600" cy="1506600"/>
          </a:xfrm>
          <a:prstGeom prst="rect">
            <a:avLst/>
          </a:prstGeom>
        </p:spPr>
        <p:txBody>
          <a:bodyPr spcFirstLastPara="1" wrap="square" lIns="0" tIns="0" rIns="0" bIns="0" anchor="t" anchorCtr="0">
            <a:noAutofit/>
          </a:bodyPr>
          <a:lstStyle/>
          <a:p>
            <a:pPr marL="0" lvl="0" indent="0" algn="l" rtl="0">
              <a:lnSpc>
                <a:spcPct val="115000"/>
              </a:lnSpc>
              <a:spcBef>
                <a:spcPts val="0"/>
              </a:spcBef>
              <a:spcAft>
                <a:spcPts val="0"/>
              </a:spcAft>
              <a:buNone/>
            </a:pPr>
            <a:r>
              <a:rPr lang="en-GB"/>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8"/>
          <p:cNvSpPr txBox="1">
            <a:spLocks noGrp="1"/>
          </p:cNvSpPr>
          <p:nvPr>
            <p:ph type="title"/>
          </p:nvPr>
        </p:nvSpPr>
        <p:spPr>
          <a:xfrm>
            <a:off x="1564800" y="2296925"/>
            <a:ext cx="6014400" cy="5910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GB"/>
              <a:t>¡Gracias!</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100D25"/>
      </a:dk1>
      <a:lt1>
        <a:srgbClr val="FFFFFF"/>
      </a:lt1>
      <a:dk2>
        <a:srgbClr val="EC683E"/>
      </a:dk2>
      <a:lt2>
        <a:srgbClr val="D13B5F"/>
      </a:lt2>
      <a:accent1>
        <a:srgbClr val="217BEE"/>
      </a:accent1>
      <a:accent2>
        <a:srgbClr val="FFFF33"/>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350</Words>
  <Application>Microsoft Macintosh PowerPoint</Application>
  <PresentationFormat>Presentación en pantalla (16:9)</PresentationFormat>
  <Paragraphs>55</Paragraphs>
  <Slides>10</Slides>
  <Notes>10</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10</vt:i4>
      </vt:variant>
    </vt:vector>
  </HeadingPairs>
  <TitlesOfParts>
    <vt:vector size="17" baseType="lpstr">
      <vt:lpstr>Sora</vt:lpstr>
      <vt:lpstr>Sora SemiBold</vt:lpstr>
      <vt:lpstr>Instrument Sans</vt:lpstr>
      <vt:lpstr>Ubuntu Light</vt:lpstr>
      <vt:lpstr>Arial</vt:lpstr>
      <vt:lpstr>Simple Light</vt:lpstr>
      <vt:lpstr>Simple Light</vt:lpstr>
      <vt:lpstr>Presentación Corporativa</vt:lpstr>
      <vt:lpstr>1</vt:lpstr>
      <vt:lpstr>Contexto y objetivos</vt:lpstr>
      <vt:lpstr>Presentación de PowerPoint</vt:lpstr>
      <vt:lpstr>Lorem ipsum dolor sit amet, consectetur adipiscing elit, sed do eiusmod tempor incididunt ut labore et dolore magna aliqua. Ut enim ad minim veniam, quis nostrud exercitation ullamco laboris nisi ut aliquip ex ea commodo consequat </vt:lpstr>
      <vt:lpstr>Título de diapositiva</vt:lpstr>
      <vt:lpstr>Presentación de PowerPoint</vt:lpstr>
      <vt:lpstr>Presentación de PowerPoint</vt:lpstr>
      <vt:lpstr>Título de diapositiva</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Gregorio Gonzalo Moreno</cp:lastModifiedBy>
  <cp:revision>2</cp:revision>
  <dcterms:modified xsi:type="dcterms:W3CDTF">2026-03-23T07:13:11Z</dcterms:modified>
</cp:coreProperties>
</file>